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Verificare che tutti abbiano portato un proprio materiale didattico: è la materia prima del laboratorio di oggi.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Oggi è l'incontro più operativo della parte online. Tenere i tempi stretti sul laboratorio: è lì che si gioca il valore.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RCT indipendente, il dato più solido che abbiamo sul carico di lavoro. Sottolineare due volte: il gruppo con i risultati aveva una GUIDA. L'equivalente della guida è il prompt-template che costruiranno oggi.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Mostrare il confronto live: prompt secco vs prompt strutturato sullo stesso argomento. La differenza in qualità è l'argomento più convincente. I sei elementi diventano la checklist del laboratorio.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few-shot: incollare un esercizio scritto dal docente come esempio e chiederne 3 nello stesso stile. È il momento in cui capiscono che l'IA può scrivere 'come loro'. CoT: mostrarlo su un problema a più passaggi.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Tenere il registro pratico, non giuridico: tre regole — l'output revisionato è vostro lavoro professionale, dichiarate l'uso dell'IA, non date in pasto al modello testi protetti. Rimandare approfondimenti a Ethic-AI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cuore dell'incontro. Obiettivo minimo: ognuno esce con UN template funzionante nel proprio stile. La prompt-libreria condivisa è il primo artefatto collettivo del corso — poi confluirà nel repository dello Snodo (Art. 4, diffusione).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Cambio di passo: dal prompt che scrive all'agente che lavora. La scala di autonomia è il concetto da portare a casa: l'automazione non è on/off, si sceglie il gradino. Fissare il paletto: valutazione = livello 1, sempre.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live con 'Run now' sulla riga della derivata (kit demo-agente). Aprire i tre documenti generati e confrontare le versioni. Messaggio finale: il valore sta nei template e nei guardrail, non nella piattaforma — se Studio non c'è, gli stessi template girano come Gems (piano 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Digital Learning Week cade esattamente in questa settimana del corso: occasione irripetibile — invitare a seguire una plenaria in streaming e portare un'osservazione all'incontro 3. Il tema del copyright si aggancia alla slide precedente sulle tre regole.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Ricordare che da mercoledì si lavora sulla UdA che è la consegna finale del corso: arrivare con un argomento in 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VOLTERRA AI-MASTER HUB — Snodo formativo IA  •  PNRR M4C1 I2.1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Edu-GenAI 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Didattica Aumentata e Data Literacy — 18 ore, docenti del secondo ciclo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777240" cy="7772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83080" y="3675888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Incontro 2 — Prompting per la progettazione didattica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lunedì 7 settembre 2026  •  15:00–18:00  •  online su Google Meet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Formatrice: Prof.ssa Sabatini   •   Tutor: Prof. Bonelli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rotta di oggi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57276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72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5361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ne vale la pena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l'evidenza sul tempo risparmiato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92640" y="15361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231136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231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1945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del prompt efficace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ruolo, contesto, compito, formato, vincoli, esempi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92640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15:15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2889504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2852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Tecniche: zero-shot, few-shot, chain-of-thought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usarle in didattica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92640" y="28529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15:45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547872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35112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e licenze degli output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chi è ciò che genera l'IA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92640" y="35112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16:15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4206240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416966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Laboratorio: il tuo prompt-template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materiale che avete portato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92640" y="41696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16:35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4864608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864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48280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prompt all'agente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scala di autonomia + demo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92640" y="48280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17:30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22960" y="5577840"/>
            <a:ext cx="10607040" cy="1170432"/>
          </a:xfrm>
          <a:prstGeom prst="roundRect">
            <a:avLst>
              <a:gd name="adj" fmla="val 7031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574243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Filo rosso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051560" y="6108192"/>
            <a:ext cx="10149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prompt non è una domanda: è una specifica di progetto. Oggi lo trasformiamo in un artefatto professionale riusabile.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L'evidenza: il tempo c'è davvero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420624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1097280" y="379476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di pianificazione delle lezioni (trial EEF/NFER, RCT su 259 docenti di secondaria, Inghilterra)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577840" y="18288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+ una guida d'uso strutturata: −25 minuti a settimana sul planning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Qualità dei materiali invariata al giudizio cieco di un panel di esperti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risparmio arriva con il metodo, non con l'uso naïf — la 'guida' è ciò che questo incontro vi consegna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tempo liberato non è tempo in meno: è tempo restituito alla relazione e alla progettazione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Anatomia del prompt efficace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RUOLO — chi deve essere il modello ('Sei un docente esperto di fisica del secondo ciclo…')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 — classe, livello, cosa è stato già svolto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COMPITO — un verbo preciso e un oggetto preciso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— struttura obbligatoria dell'output (sezioni, lunghezze, tabelle)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VINCOLI — cosa NON fare (niente soluzioni in pagina, niente nomi reali, niente fonti inventate)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 — un esemplare del vostro stile (few-shot)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7647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Errori tipici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130552"/>
            <a:ext cx="3520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Prompt-domanda secca: 'fammi una verifica sulle derivate'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vincolo → l'IA riempie i vuoti a caso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formato → output sempre diverso, mai riusabile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Regola: se non è scritto nel prompt, non esiste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tecniche, tre usi didattici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— compito diretto senza esempi: per attività standard e bozze rapide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— 1-3 esemplari del risultato atteso: per ottenere il VOSTRO stile (la tecnica più sottovalutata)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— 'ragiona passo per passo prima di rispondere': per compiti con più passaggi logici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didattica: few-shot per i materiali (stile costante), CoT per problemi, rubriche, analisi di casi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Fondamento scientifico: Wei et al. 2022 — il CoT migliora sensibilmente i compiti di ragionamento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chi è l'output? Copyright e trasparenza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Orientamento attuale: l'output puramente generato non ha tutela autorale — il vostro lavoro di selezione e revisione sì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 che pubblicate: chiarite la licenza (Creative Commons consigliata per i materiali dello Snodo)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Trasparenza professionale: dichiarare l'uso dell'IA nei materiali condivisi tra colleghi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Attenzione agli input: non incollate nel prompt testi protetti integrali di terzi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Immagini generate: verificare le condizioni d'uso dello strumento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Esercitazione — mani sulla tastiera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Laboratorio: il tuo prompt-template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7315200" cy="4572000"/>
          </a:xfrm>
          <a:prstGeom prst="roundRect">
            <a:avLst>
              <a:gd name="adj" fmla="val 1800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82880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178308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Prendete il materiale didattico che avete portato: è il vostro 'esemplare' few-shot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51560" y="2670048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262432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Costruite il prompt-template con i 6 elementi (scheda 2 dei Materiali operativi come guida)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51560" y="351129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3465576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 Gemini, confrontate con l'originale: cosa manca? Aggiungete un vincolo e rigenerate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51560" y="435254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4306824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Scambio in coppia: eseguite il template del collega — l'output è all'altezza? Un feedback a testa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051560" y="519379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5193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00200" y="5148072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Salvate il template nella Prompt-libreria condivisa del corso (cartella Drive, un Doc a testa)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412480" y="1600200"/>
            <a:ext cx="3200400" cy="45720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41080" y="1764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pratica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641080" y="2130552"/>
            <a:ext cx="27432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minuti totali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soli (25') poi in coppie (15')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Restituzione: 10 minuti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template entra nella Prompt-libreria dello Snodo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prompt all'agente: la scala di autonomia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— Manuale: fate tutto voi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Assistito: l'IA propone su richiesta (la chat di oggi)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Batch supervisionato: l'IA esegue un lotto, voi rivedete tutto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Trigger + revisione: l'agente parte da solo e vi consegna bozze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Autonomo con audit: solo processi amministrativi a rischio zero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Pienamente autonomo: mai in ambito didattico o valutativo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Perimetro scuola: livelli 2–3 per la didattica; la valutazione resta al livello 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7647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Cos'è un agente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130552"/>
            <a:ext cx="3520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Riceve un obiettivo, non un prompt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Pianifica i passi da solo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strumenti: Drive, fogli, email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 e consegna il risultato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autonomia = più supervisione a monte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il lunedì se lo prepara l'agente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venerdì alle 17:00 un flusso di Workspace Studio: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Legge dal foglio 'Programma settimanale' gli argomenti della settimana entrante (niente nomi di studenti — solo classi e argomenti)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Genera tre versioni dei materiali con i prompt-template: base, alta leggibilità, potenziamento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Salva tutto in Drive con prefisso BOZZA — nulla arriva in classe senza revisione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Vi avvisa su Chat: 'Bozze pronte, da rivedere' — e scrive il log dell'esecuzione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motore del flusso sono i prompt-template che avete appena costruito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7647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guardrail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130552"/>
            <a:ext cx="3520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Prefisso BOZZA strutturale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 di revisione obbligatoria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anti-automation-bias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canale verso gli studenti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by design (DM 166)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Bussola internazionale 2026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— AI for Skills Development (2025–26): integrità accademica e diritto d'autore nell'era sintetica — i materiali generati si dichiarano, le fonti si rispettano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Outlook 2026: «Ensure that GenAI is a learning partner and not a learning shortcut» — vale per i vostri materiali come per i compiti degli studenti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Segnatevi la data: UNESCO Digital Learning Week, Parigi 8–11 settembre — 'Education in the age of AI: Facts | Frictions | Frontiers'. È QUESTA settimana, plenarie in streaming gratuito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7647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fare stasera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130552"/>
            <a:ext cx="3520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di trasparenza in coda ai materiali generati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Licenza CC BY-NC-SA sui materiali per lo Snodo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segue una plenaria DLW porta un'osservazione mercoledì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il prossimo incontro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Rifinire il proprio prompt-template e caricarlo nella Prompt-libreria (entro giovedì)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Usarlo almeno una volta su un materiale reale della prossima settimana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Pensare a un argomento del vostro programma per l'UdA del project work (si parte mercoledì)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Facoltativo: Mollick, 'Co-intelligenza', capitolo sui quattro principi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937760"/>
            <a:ext cx="10515600" cy="1188720"/>
          </a:xfrm>
          <a:prstGeom prst="roundRect">
            <a:avLst>
              <a:gd name="adj" fmla="val 692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493776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Incontro 3 — mercoledì 9 settembre:  </a:t>
            </a:r>
            <a:pPr indent="0" marL="0">
              <a:buNone/>
            </a:pPr>
            <a:r>
              <a:rPr lang="en-US" sz="14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Progettare UdA interattive con l'IA. Backward design, compiti autentici, e l'avvio del vostro project work.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Edu-GenAI 2 — Incontro 2: Prompting per la progettazione didattica</dc:title>
  <dc:subject>PptxGenJS Presentation</dc:subject>
  <dc:creator>Snodo formativo VOLTERRA AI-MASTER HUB</dc:creator>
  <cp:lastModifiedBy>Snodo formativo VOLTERRA AI-MASTER HUB</cp:lastModifiedBy>
  <cp:revision>1</cp:revision>
  <dcterms:created xsi:type="dcterms:W3CDTF">2026-07-28T17:28:42Z</dcterms:created>
  <dcterms:modified xsi:type="dcterms:W3CDTF">2026-07-28T17:28:42Z</dcterms:modified>
</cp:coreProperties>
</file>