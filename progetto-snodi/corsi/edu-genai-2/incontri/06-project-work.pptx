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è dei corsisti: la formatrice orchestra tempi e feedback. Registro presenze e consegne: oggi si chiudono i requisiti per l'attestato.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~15 corsisti: 8 presentazioni live e le altre in gallery walk asincrona, oppure due blocchi più fitti. Decidere in base alle consegne effettive e comunicarlo in apertura.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Tenere i tempi con un timer visibile e condiviso: la disciplina dei 7 minuti è ciò che fa funzionare tutto. Modellare il primo feedback voi, per dare il tono: specifico, sul progetto, generoso 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da lasciare proiettata durante le presentazioni come promemoria silenzioso per chi ascolta. Richiama i criteri della rubrica in forma di domande.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ponte verso i laboratori B è il messaggio strategico dello Snodo: la formazione senza sperimentazione in classe resta a metà. Promuovere Ethic-AI 2 senza pressione: è il completamento critico-etico di questo percorso.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contenutistica prima degli adempimenti: sei cose concrete, nessuna retorica. Se il tempo regge, un giro di 'una cosa che mi porto via' in chat: le risposte servono anche per la relazione finale dello Snodo.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Ricapitolazione dell'intera bussola: sei tappe, sei ancore internazionali. Il dato 62/30 chiude sul mandato dei laboratori Tipologia B: portare la formazione dove i ragazzi già usano l'IA senza formazione. Aggancio naturale alle candidature.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Compilazione del gradimento IN AULA (non 'a casa'): il tasso di risposta crolla dopo. Verificare le firme del registro per il calcolo del 70%. Chiudere ringraziando il tutor.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Edu-GenAI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Didattica Aumentata e Data Literacy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Project work e restituzione finale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giovedì 24 settembre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Bonelli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funziona oggi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protocollo, tempi, criteri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primo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attiva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gallery walk sui canvas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Presentazioni — secondo blocco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UdA con peer review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16:25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UdA alla classe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 sul campo e comunità di pratica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17:20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864608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864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17320" y="482803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attestati, gradimento, cosa resta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692640" y="482803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17:45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22960" y="5577840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51560" y="5742432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Regola d'oro del feedback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051560" y="6108192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ciò che funziona (caldo), poi una domanda o proposta concreta (freddo). Mai giudizi sulla persona: si parla del progetto.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protocollo di peer review (3 fasi × 7 minuti)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Presentazione (7'): l'autore mostra canvas, materiale generato-e-revisionato, policy IA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Feedback (4'): dal gruppo, con la rubrica — un 'caldo' (cosa funziona) e un 'freddo' (una domanda/proposta)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Ripresa (2'): l'autore risponde e dichiara UNA modifica che farà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ascolta compila la griglia di feedback (scheda 7) — la riceve l'autore a fine incontro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rubrica è la stessa consegnata all'incontro 3: nessuna sorpresa, per progetto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4 criteri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Coerenza esiti–compito–valutazione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Posto dell'IA: partner, non distributore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Qualità e chiarezza della policy 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Fattibilità reale in classe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livelli: da consolidare / adeguato / eccellente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Mentre ascoltate: cosa cercare in una UdA aumentata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compito autentico ha un destinatario reale o è un esercizio travestito?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Nelle fasi marcate [IA]: lo sforzo cognitivo resta allo studente o migra alla macchina?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policy IA è applicabile o è una dichiarazione di principio?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tutor/materiale differenziato ragiona per profili (mai per persone)?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feedback migliore indica il punto esatto del canvas, non un'impressione generale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UdA alla classe: cosa succede adesso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UdA entrano nel repository dello Snodo: patrimonio comune del territorio (Art. 4)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laboratori sul campo (Tipologia B, 7 ore, in presenza, con gli studenti): il luogo naturale per sperimentare la vostra UdA in classe con affiancamento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Priorità ai team di docenti che sperimentano subito: candidatevi con i colleghi del vostro istituto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Prompt-libreria del corso resta aperta e condivisa: continuate ad alimentarla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Canale della comunità di pratica: il gruppo non si scioglie oggi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28 settembre, 18 ore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bias, cittadinanza digitale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naturale di questo corso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Iscrizioni su Scuola Futura entro il 27/9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vi portate via (in sei righe)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prima gli esiti, poi le attività, l'IA per ultima — e solo dove aggiunge valore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artefatto: la vostra UdA aumentata, con policy IA e materiali differenziati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tecnica: il prompt-template few-shot nel vostro stile, riusabile per sempre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tutor: il Gem socratico con fading, da affinare con l'uso reale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Un'abitudine: verificare gli output — e insegnare a verificarli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comunità: la prompt-libreria, il repository, i colleghi di questo corso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Edu-GenAI 2 — Didattica Aumentata e Data Literacy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AI for Skills Development (2025–26): adattare valutazione e supervisione agli ecosistemi ibridi umano-IA — ciò che le vostre UdA con policy e anchor già fanno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UNESCO-UNEVOC (TVET 2026): gli strumenti di autovalutazione della AI-readiness d'istituto e il registro dei rischi — i prossimi passi naturali per portare il metodo dal singolo docente alla scuola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dato che vi porta fuori dall'aula: «il 62% dei giovani usa l'IA in contesti pratici di apprendimento e lavoro, ma solo il 30% ha ricevuto formazione formale» (UNESCO-UNEVOC 2025) — quel divario è il mandato dei laboratori con gli studenti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bussola completa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1: antropocentrismo (UNESCO)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2: integrità (AI for Skills)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3: equità (GEM) + TVET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4: apprendimento reale (OCSE)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5: cittadinanza (MOOC)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Inc. 6: dal docente alla scuola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Attestato: frequenza ≥ 70% (13 ore) + UdA consegnata — verifica requisiti entro venerdì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Modulo di gradimento (10 minuti, ora): serve anche per il monitoraggio PNRR dello Snodo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Caricare la versione finale della UdA nel repository entro il 30 settembre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Iscrizioni ai laboratori sul campo e a Ethic-AI 2 su Scuola Futura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Grazie.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finisce; la comunità di pratica dello Snodo Volterra comincia. Ci vediamo nei laboratori — in classe, con gli studenti.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Edu-GenAI 2 — Incontro 6: Project work e restituzione finale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2026-07-28T17:28:42Z</dcterms:created>
  <dcterms:modified xsi:type="dcterms:W3CDTF">2026-07-28T17:28:42Z</dcterms:modified>
</cp:coreProperties>
</file>