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L'incontro è dei corsisti: la formatrice orchestra tempi e feedback. Registro presenze e consegne: oggi si chiudono i requisiti per l'attestato.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~15 corsisti: 8 presentazioni live e le altre in gallery walk asincrona, oppure due blocchi più fitti. Decidere in base alle consegne effettive e comunicarlo in apertura.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Tenere i tempi con un timer visibile e condiviso: la disciplina dei 7 minuti è ciò che fa funzionare tutto. Modellare il primo feedback voi, per dare il tono: specifico, sul progetto, generoso e onesto.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da lasciare proiettata durante le presentazioni come promemoria silenzioso per chi ascolta. Richiama i criteri della rubrica in forma di domande.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ponte verso i laboratori B è il messaggio strategico dello Snodo: la formazione senza sperimentazione in classe resta a metà. Promuovere Ethic-AI 2 senza pressione: è il completamento critico-etico di questo percorso.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Chiusura contenutistica prima degli adempimenti: sei cose concrete, nessuna retorica. Se il tempo regge, un giro di 'una cosa che mi porto via' in chat: le risposte servono anche per la relazione finale dello Snodo.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Compilazione del gradimento IN AULA (non 'a casa'): il tasso di risposta crolla dopo. Verificare le firme del registro per il calcolo del 70%. Chiudere ringraziando il tutor.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VOLTERRA AI-MASTER HUB — Snodo formativo IA  •  PNRR M4C1 I2.1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Edu-GenAI 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Didattica Aumentata e Data Literacy — 18 ore, docenti del secondo ciclo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777240" cy="7772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83080" y="3675888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Incontro 6 — Project work e restituzione finale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giovedì 24 settembre 2026  •  15:00–18:00  •  online su Google Meet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Formatrice: Prof.ssa Sabatini   •   Tutor: Prof. Bonelli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rotta di oggi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57276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72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5361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funziona oggi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protocollo, tempi, criteri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92640" y="15361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231136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231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1945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Presentazioni — primo blocco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UdA con peer review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92640" y="2194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15:15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2889504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2852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attiva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 walk sui canvas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92640" y="28529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16:10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547872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35112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Presentazioni — secondo blocco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UdA con peer review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92640" y="35112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16:25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4206240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4169664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 UdA alla classe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 sul campo e comunità di pratica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92640" y="41696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17:20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4864608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864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48280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Chiusura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attestati, gradimento, cosa resta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92640" y="48280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17:45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22960" y="5577840"/>
            <a:ext cx="10607040" cy="1170432"/>
          </a:xfrm>
          <a:prstGeom prst="roundRect">
            <a:avLst>
              <a:gd name="adj" fmla="val 7031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574243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Regola d'oro del feedback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051560" y="6108192"/>
            <a:ext cx="10149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ciò che funziona (caldo), poi una domanda o proposta concreta (freddo). Mai giudizi sulla persona: si parla del progetto.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protocollo di peer review (3 fasi × 7 minuti)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Presentazione (7'): l'autore mostra canvas, materiale generato-e-revisionato, policy IA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Feedback (4'): dal gruppo, con la rubrica — un 'caldo' (cosa funziona) e un 'freddo' (una domanda/proposta)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Ripresa (2'): l'autore risponde e dichiara UNA modifica che farà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ascolta compila la griglia di feedback (scheda 7) — la riceve l'autore a fine incontro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rubrica è la stessa consegnata all'incontro 3: nessuna sorpresa, per progetto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600200"/>
            <a:ext cx="3977640" cy="4480560"/>
          </a:xfrm>
          <a:prstGeom prst="roundRect">
            <a:avLst>
              <a:gd name="adj" fmla="val 2069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7647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4 criteri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0" y="2130552"/>
            <a:ext cx="3520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Coerenza esiti–compito–valutazione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Posto dell'IA: partner, non distributore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Qualità e chiarezza della policy IA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Fattibilità reale in classe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livelli: da consolidare / adeguato / eccellente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Mentre ascoltate: cosa cercare in una UdA aumentata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compito autentico ha un destinatario reale o è un esercizio travestito?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Nelle fasi marcate [IA]: lo sforzo cognitivo resta allo studente o migra alla macchina?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policy IA è applicabile o è una dichiarazione di principio?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tutor/materiale differenziato ragiona per profili (mai per persone)?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feedback migliore indica il punto esatto del canvas, non un'impressione generale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Dalla UdA alla classe: cosa succede adesso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vostre UdA entrano nel repository dello Snodo: patrimonio comune del territorio (Art. 4)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laboratori sul campo (Tipologia B, 7 ore, in presenza, con gli studenti): il luogo naturale per sperimentare la vostra UdA in classe con affiancamento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Priorità ai team di docenti che sperimentano subito: candidatevi con i colleghi del vostro istituto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Prompt-libreria del corso resta aperta e condivisa: continuate ad alimentarla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 della comunità di pratica: il gruppo non si scioglie oggi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600200"/>
            <a:ext cx="3977640" cy="4480560"/>
          </a:xfrm>
          <a:prstGeom prst="roundRect">
            <a:avLst>
              <a:gd name="adj" fmla="val 2069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7647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Ethic-AI 2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0" y="2130552"/>
            <a:ext cx="3520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28 settembre, 18 ore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Etica, bias, cittadinanza digitale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complemento naturale di questo corso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Iscrizioni su Scuola Futura entro il 27/9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Edu-GenAI 2 — Didattica Aumentata e Data Literacy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vi portate via (in sei righe)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metodo: prima gli esiti, poi le attività, l'IA per ultima — e solo dove aggiunge valore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artefatto: la vostra UdA aumentata, con policy IA e materiali differenziati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tecnica: il prompt-template few-shot nel vostro stile, riusabile per sempre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tutor: il Gem socratico con fading, da affinare con l'uso reale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Un'abitudine: verificare gli output — e insegnare a verificarli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comunità: la prompt-libreria, il repository, i colleghi di questo corso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il prossimo incontro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Attestato: frequenza ≥ 70% (13 ore) + UdA consegnata — verifica requisiti entro venerdì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di gradimento (10 minuti, ora): serve anche per il monitoraggio PNRR dello Snodo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Caricare la versione finale della UdA nel repository entro il 30 settembre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Iscrizioni ai laboratori sul campo e a Ethic-AI 2 su Scuola Futura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937760"/>
            <a:ext cx="10515600" cy="1188720"/>
          </a:xfrm>
          <a:prstGeom prst="roundRect">
            <a:avLst>
              <a:gd name="adj" fmla="val 692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493776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Grazie.  </a:t>
            </a:r>
            <a:pPr indent="0" marL="0">
              <a:buNone/>
            </a:pPr>
            <a:r>
              <a:rPr lang="en-US" sz="14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corso finisce; la comunità di pratica dello Snodo Volterra comincia. Ci vediamo nei laboratori — in classe, con gli studenti.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Edu-GenAI 2 — Incontro 6: Project work e restituzione finale</dc:title>
  <dc:subject>PptxGenJS Presentation</dc:subject>
  <dc:creator>Snodo formativo VOLTERRA AI-MASTER HUB</dc:creator>
  <cp:lastModifiedBy>Snodo formativo VOLTERRA AI-MASTER HUB</cp:lastModifiedBy>
  <cp:revision>1</cp:revision>
  <dcterms:created xsi:type="dcterms:W3CDTF">2026-07-28T16:36:47Z</dcterms:created>
  <dcterms:modified xsi:type="dcterms:W3CDTF">2026-07-28T16:36:47Z</dcterms:modified>
</cp:coreProperties>
</file>