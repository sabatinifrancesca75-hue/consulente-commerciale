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Benvenuto, giro rapidissimo dei nomi in chat. Ricordare che il corso vale 18 ore, attestato con 70% di frequenza e consegna della UdA finale. Oggi si fissa il perimetro dentro cui lavoreremo per tutto il corso.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 la rotta. Anticipare che l'esercitazione è il cuore: oggi impariamo a NON fidarci. Il patto d'aula in basso resta valido per tutti e sei gli incontri.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INDIRE per legittimare i presenti: metà aula probabilmente usa già ChatGPT o Gemini. Non è un corso per principianti assoluti né per esperti: è un corso per professionisti che vogliono metodo. Citare la sperimentazione ministeriale per collocare lo Snodo nel quadro nazionale.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Livello divulgativo ma rigoroso: niente matematica, ma il concetto di predizione probabilistica deve passare. La frase chiave da far segnare: fluidità non è affidabilità. Chiedere: quante volte vi è capitato un riferimento bibliografico inventato? Aggancio alla prossima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qui se il tempo regge: chiedere a Gemini una bibliografia su un tema di nicchia della propria disciplina, poi la stessa cosa a NotebookLM con 2 PDF caricati. Mostrare la differenza tra risposta 'libera' e risposta con citazioni delle fonti.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Messaggio pratico: tutto ciò che faremo nel corso si fa con l'account d'istituto. Chi viene da un'altra scuola usa l'ambiente della propria. La differenza consumer/education è la risposta alla domanda 'ma ChatGPT non è uguale?'.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Venti minuti, non di più: l'obiettivo è la mappa, non il diritto. Tre ancore: piramide dei rischi, la valutazione resta al docente (DM 166), questo corso è attuazione dell'art. 4. Tempismo: l'AI Act è pienamente applicabile da un mese — siamo puntuali.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più importante del corso: la regola è assoluta proprio perché semplice. Mostrare come si lavora comunque benissimo con profili e dati sintetici. Anticipare che nell'incontro 4 differenzieremo per profilo, mai per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momento chiave dell'incontro: ognuno deve VEDERE la propria disciplina tradita dall'IA — l'aneddoto personale vale più di ogni slide. Girare nelle stanze. In restituzione, raccogliere i falsi in un Doc condiviso: diventa il repertorio di esempi del corso.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Chiudere puntuali alle 18. Ricordare firma del registro presenze. Il materiale da portare per l'incontro 2 è essenziale: ci lavoreranno sopra.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Edu-GenAI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Didattica Aumentata e Data Literacy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1 — Ambiente protetto e regole d'ingaggio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mercoledì 2 settembre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Bonelli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siamo qui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Snodo, cosa porterete a casa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un modello di linguaggio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funziona, perché sbaglia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15:20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L'ambiente protetto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for Education, Gemini, NotebookLM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quadro normativo in 20 minuti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Act, DM 166/2025, privacy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allucinare l'IA — e correggerla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17:10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d'ingaggio e consegne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patto d'aula del corso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17:45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Patto d'aula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1560" y="6108192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sperimenta solo nell'ambiente d'istituto • ogni output si verifica prima dell'uso • nessun dato personale di studenti negli strumenti IA — mai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partiamo da zero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docenti italiani usa già l'IA a supporto della didattica (indagine INDIRE — Tecnica della Scuola, 2025)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L'uso spontaneo c'è già: il corso serve a metterlo in sicurezza e a dargli metodo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Sperimentazione MIM 2024-26 in 4 regioni, valutazione INVALSI in corso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Snodo Volterra: 6 percorsi per il personale + 25 laboratori con gli studenti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corso: 6 incontri, un project work (la vostra UdA aumentata), una comunità di pratica che resta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un LLM: predire, non sapere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genera la parola successiva più probabile — non consulta un archivio di fatti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i mattoni del testo; il modello ne ha visti miliardi in addestramento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Finestra di contesto: ciò che il modello 'tiene a mente' della conversazione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 quanto l'output esplora alternative meno probabili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Conseguenza: fluidità non è affidabilità — il testo plausibile non è testo vero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viaggio di un prompt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Il testo diventa token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Il modello calcola le probabilità della parola successiva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Sceglie, aggiunge, ricomincia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Nessun passaggio 'controlla se è vero'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allucina — e cosa lo mitiga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Allucinazione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genera sequenze plausibili, non recupera fatti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Citazioni, date, numeri: i punti più fragili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il tema è di nicchia, più il rischio sale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 difetto riparabile: è il funzionamento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(RAG)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Ancorare la generazione a fonti che forniamo noi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NotebookLM: risponde solo dalle fonti caricate, con citazioni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Riduce drasticamente le allucinazioni — non le azzera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 umana resta l'ultimo anello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esercitazione lo vedremo dal vivo: stessa domanda, con e senza grounding.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L'ambiente protetto: dove lavoreremo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for Education Plus dell'istituto: i dati non addestrano i modelli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 Workspace: l'IA generativa dentro Docs, Gmail, Meet — nel dominio scolastico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NotebookLM: ricerca e sintesi con grounding sulle fonti che caricate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Chromebook con Chrome Education Upgrade: criteri di sicurezza gestiti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personali e app consumer: fuori dal perimetro del corso — e della DPIA d'istituto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conta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Contratto Education: titolarità dei dati alla scuola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Sandbox: niente riuso per l'addestramento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d'istituto: gli strumenti censiti sono questi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Stessi strumenti che userete con le classi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quadro normativo in una mappa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(Reg. UE 2024/1689) — pienamente applicabile dal 2 agosto 2026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Piramide dei rischi: vietato / alto rischio / rischio limitato / minimo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Istruzione: valutare studenti con l'IA = alto rischio (All. III) — fuori dal nostro perimetro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nostri usi: rischio limitato → obblighi di trasparenza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132/2025: principi nazionali; DM 166/2025 (Linee guida MIM): antropocentrismo, supervisione umana, valutazione al docente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 AI Act: alfabetizzazione IA del personale = obbligo del deployer — questo corso ne è l'attuazione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regola d'oro (non negoziabile)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dato personale di studenti negli strumenti di IA. Mai.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nomi, iniziali, elaborati riconducibili, dati di salute o BES di persone specifiche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anche per i flussi automatici: un agente che legge la vostra email 'vede' i nomi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e PEI restano atti del consiglio di classe: non si caricano da nessuna parte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lavorare lo stesso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sintetici: 'uno studente di 4ª con DSA' — profilo, non persona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Pseudonimizzazione degli elaborati (togliere nome e riferimenti)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Casi-tipo costruiti ad hoc per l'esercitazione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didattica non ne soffre: ne guadagna in rigore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— mani sulla tastiera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Esercitazione: rompere e riparare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7315200" cy="4572000"/>
          </a:xfrm>
          <a:prstGeom prst="roundRect">
            <a:avLst>
              <a:gd name="adj" fmla="val 1800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Aprite Gemini con l'account d'istituto e chiedete una bibliografia specifica sul tema più di nicchia della vostra disciplina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624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Verificate 3 riferimenti: quanti esistono davvero? Annotate in chat i 'falsi' trovati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Caricate su NotebookLM i 2 PDF forniti nel Drive del corso e rifate la stessa domanda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Confrontate: cosa cambia con il grounding? Dove servirebbe comunque la verifica umana?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5193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plenaria: un 'falso' esemplare per gruppo — costruiamo la casistica del corso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pratica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41080" y="2130552"/>
            <a:ext cx="2743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minuti totali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 in coppie (stanze Meet)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Materiale: scheda 1 nel Doc 'Materiali operativi'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Restituzione: 10 minuti in plenaria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Compilare il modulo dati partecipanti (serve per gli indicatori PNRR — 5 minuti)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Portare all'incontro 2 un materiale didattico che producete spesso (verifica, scheda, consegna)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Facoltativo: leggere l'introduzione delle Linee guida MIM (DM 166/2025) — link nel Drive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Rileggere il patto d'aula: da oggi vale in ogni attività del corso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2 — lunedì 7 settembre: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per la progettazione didattica. Dal prompt occasionale al prompt-template professionale — e un assaggio di IA agentica.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Edu-GenAI 2 — Incontro 1: Ambiente protetto e regole d'ingaggio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2026-07-28T16:36:47Z</dcterms:created>
  <dcterms:modified xsi:type="dcterms:W3CDTF">2026-07-28T16:36:47Z</dcterms:modified>
</cp:coreProperties>
</file>