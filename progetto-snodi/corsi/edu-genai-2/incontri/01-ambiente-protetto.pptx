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Benvenuto, giro rapidissimo dei nomi in chat. Ricordare che il corso vale 18 ore, attestato con 70% di frequenza e consegna della UdA finale. Oggi si fissa il perimetro dentro cui lavoreremo per tutto il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Presentare la rotta. Anticipare che l'esercitazione è il cuore: oggi impariamo a NON fidarci. Il patto d'aula in basso resta valido per tutti e sei gli incontri.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INDIRE per legittimare i presenti; TALIS 2024 per legittimare il corso (il 75% che si sente impreparato). Il dato studenti (Estonia 90%, Svizzera ~50% settimanale) sposta la domanda: non 'se' ma 'come'. Citare la sperimentazione ministeriale per collocare lo Snodo nel quadro nazionale.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Livello divulgativo ma rigoroso: niente matematica, ma il concetto di predizione probabilistica deve passare. La frase chiave da far segnare: fluidità non è affidabilità. La citazione di Bender (dall'antologia UNESCO 2025) chiude il punto: gli LLM accedono alla forma del linguaggio, non al significato. Chiedere: quante volte vi è capitato un riferimento bibliografico inventato?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live qui se il tempo regge: chiedere a Gemini una bibliografia su un tema di nicchia della propria disciplina, poi la stessa cosa a NotebookLM con 2 PDF caricati. Mostrare la differenza tra risposta 'libera' e risposta con citazioni delle fonti.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Messaggio pratico: tutto ciò che faremo nel corso si fa con l'account d'istituto. Chi viene da un'altra scuola usa l'ambiente della propria. La differenza consumer/education è la risposta alla domanda 'ma ChatGPT non è uguale?'.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Venti minuti, non di più: l'obiettivo è la mappa, non il diritto. Tre ancore: piramide dei rischi, la valutazione resta al docente (DM 166), questo corso è attuazione dell'art. 4. Tempismo: l'AI Act è pienamente applicabile da un mese — siamo puntuali.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più importante del corso: la regola è assoluta proprio perché semplice. Mostrare come si lavora comunque benissimo con profili e dati sintetici. Anticipare che nell'incontro 4 differenzieremo per profilo, mai per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momento chiave dell'incontro: ognuno deve VEDERE la propria disciplina tradita dall'IA — l'aneddoto personale vale più di ogni slide. Girare nelle stanze. In restituzione, raccogliere i falsi in un Doc condiviso: diventa il repertorio di esempi del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Slide-firma della serie: ogni incontro chiude con la bussola internazionale della tappa. Messaggio: quello che facciamo qui è allineato agli indirizzi UNESCO/OCSE 2026, non improvvisazione locale. Sulla citazione §104: è la frase da riprendere all'incontro 4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Chiudere puntuali alle 18. Ricordare firma del registro presenze. Il materiale da portare per l'incontro 2 è essenziale: ci lavoreranno sopra.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Edu-GenAI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Didattica Aumentata e Data Literacy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1 — Ambiente protetto e regole d'ingaggio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mercoledì 2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Bonelli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siamo qui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Snodo, cosa porterete a casa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un modello di linguaggio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funziona, perché sbaglia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15:20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L'ambiente protetto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for Education, Gemini, NotebookLM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 normativo in 20 minuti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Act, DM 166/2025, privacy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16:30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allucinare l'IA — e correggerla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17:10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 d'ingaggio e consegne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patto d'aula del corso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17:45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Patto d'aula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sperimenta solo nell'ambiente d'istituto • ogni output si verifica prima dell'uso • nessun dato personale di studenti negli strumenti IA — mai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partiamo da zero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97280" y="3794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 docenti italiani usa già l'IA a supporto della didattica (indagine INDIRE — Tecnica della Scuola, 2025)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L'uso spontaneo c'è già: il corso serve a metterlo in sicurezza e a dargli metodo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OCSE TALIS 2024: il 36% dei docenti ha usato l'IA nell'ultimo anno — ma 3 su 4 si dichiarano impreparati a insegnarci. Questo corso esiste per quel 75%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gli studenti sono più avanti di noi: in Estonia il 90% del secondo ciclo usa la GenAI per studiare (OECD Outlook 2026)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Sperimentazione MIM 2024-26 in 4 regioni, valutazione INVALSI in 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Questo corso: 6 incontri, un project work (la vostra UdA aumentata), una comunità di pratica che resta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LLM: predire, non sapere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genera la parola successiva più probabile — non consulta un archivio di fatti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Token: i mattoni del testo; il modello ne ha visti miliardi in addestramento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Finestra di contesto: ciò che il modello 'tiene a mente' della conversazione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Temperatura: quanto l'output esplora alternative meno probabili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Conseguenza: fluidità non è affidabilità — il testo plausibile non è testo vero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viaggio di un prompt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Il testo diventa token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Il modello calcola le probabilità della parola successiva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Sceglie, aggiunge, ricomincia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Nessun passaggio 'controlla se è vero'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«L'intelligenza che percepiamo è una proiezione della nostra» — E. Bender (UNESCO 2025)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allucina — e cosa lo mitiga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Allucinazione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genera sequenze plausibili, non recupera fatti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Citazioni, date, numeri: i punti più fragili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il tema è di nicchia, più il rischio sale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 difetto riparabile: è il funzionamento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(RAG)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Ancorare la generazione a fonti che forniamo noi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NotebookLM: risponde solo dalle fonti caricate, con citazioni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Riduce drasticamente le allucinazioni — non le azzera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verifica umana resta l'ultimo anello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esercitazione lo vedremo dal vivo: stessa domanda, con e senza grounding.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L'ambiente protetto: dove lavoreremo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for Education Plus dell'istituto: i dati non addestrano i modelli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 Workspace: l'IA generativa dentro Docs, Gmail, Meet — nel dominio scolastico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NotebookLM: ricerca e sintesi con grounding sulle fonti che caricate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Chromebook con Chrome Education Upgrade: criteri di sicurezza gestiti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personali e app consumer: fuori dal perimetro del corso — e della DPIA d'istituto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conta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Contratto Education: titolarità dei dati alla scuola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Sandbox: niente riuso per l'addestramento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d'istituto: gli strumenti censiti sono questi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2025: solo il 20% di 150 prodotti ed-tech valutati supera gli standard minimi di privacy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Stessi strumenti che userete con le classi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quadro normativo in una mappa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(Reg. UE 2024/1689) — pienamente applicabile dal 2 agosto 2026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Piramide dei rischi: vietato / alto rischio / rischio limitato / minimo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Istruzione: valutare studenti con l'IA = alto rischio (All. III) — fuori dal nostro perimetro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nostri usi: rischio limitato → obblighi di trasparenza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132/2025: principi nazionali; DM 166/2025 (Linee guida MIM): antropocentrismo, supervisione umana, valutazione al docente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4 AI Act: alfabetizzazione IA del personale = obbligo del deployer — questo corso ne è l'attuazione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d'oro (non negoziabile)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personale di studenti negli strumenti di IA. Mai.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nomi, iniziali, elaborati riconducibili, dati di salute o BES di persone specifiche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anche per i flussi automatici: un agente che legge la vostra email 'vede' i nomi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e PEI restano atti del consiglio di classe: non si caricano da nessuna parte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lavorare lo stesso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sintetici: 'uno studente di 4ª con DSA' — profilo, non persona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Pseudonimizzazione degli elaborati (togliere nome e riferimenti)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Casi-tipo costruiti ad hoc per l'esercitazione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didattica non ne soffre: ne guadagna in rigore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Esercitazione: rompere e riparare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Gemini con l'account d'istituto e chiedete una bibliografia specifica sul tema più di nicchia della vostra disciplina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Verificate 3 riferimenti: quanti esistono davvero? Annotate in chat i 'falsi' trovati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su NotebookLM i 2 PDF forniti nel Drive del corso e rifate la stessa domanda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Confrontate: cosa cambia con il grounding? Dove servirebbe comunque la verifica umana?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plenaria: un 'falso' esemplare per gruppo — costruiamo la casistica del corso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Lavoro in coppie (stanze Meet)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Materiale: scheda 1 nel Doc 'Materiali operativi'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10 minuti in plenaria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Transforming Higher Education (2026): l'approccio rigorosamente antropocentrico — la scuola insegna ad «allocare attenzione e sforzo» nell'abbondanza informativa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IICBA/ICHEI — Digitalization in Africa (2026): l'integrazione dell'IA regge solo su un ecosistema istituzionale solido (team dedicati, formazione, supporto) — è la ragione d'essere dello Snodo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Raccomandazione UNESCO sull'etica dell'IA (2021, §104): «AI should support the learning process without reducing cognitive abilities» — la missione di questo corso in una riga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 lo mostriamo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non è un'iniziativa locale: attua indirizzi internazionali convergenti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Antropocentrismo = stesso principio del DM 166/2025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incontro chiude con la sua bussola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il modulo dati partecipanti (serve per gli indicatori PNRR — 5 minuti)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all'incontro 2 un materiale didattico che producete spesso (verifica, scheda, consegna)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leggere l'introduzione delle Linee guida MIM (DM 166/2025) — link nel Drive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Rileggere il patto d'aula: da oggi vale in ogni attività del corso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2 — lunedì 7 settembre: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per la progettazione didattica. Dal prompt occasionale al prompt-template professionale — e un assaggio di IA agentica.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Edu-GenAI 2 — Incontro 1: Ambiente protetto e regole d'ingaggio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2026-07-28T17:28:42Z</dcterms:created>
  <dcterms:modified xsi:type="dcterms:W3CDTF">2026-07-28T17:28:42Z</dcterms:modified>
</cp:coreProperties>
</file>