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oggi il corso costruisce il project work. Ogni concetto di questo incontro finisce direttamente nella UdA dei corsisti.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Incontro di progettazione pura. Il dato INVALSI serve a puntare in alto; il canvas e la rubrica danno trasparenza al project work fin da subito.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tre mosse sono la struttura del canvas che compileranno. Il dato INVALSI toglie l'alibi 'i ragazzi non sono pronti': sono pronti sul digitale operativo, il valore aggiunto del docente è la dimensione critica.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novità rispetto a una UdA classica è doppia: la colonna 'dove entra l'IA' fase per fase, e la policy d'uso per gli studenti. Anticipare che la policy si affina nell'incontro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Slide-manifesto del corso, richiamare il contrasto Bastani/Kestin che approfondiremo venerdì: stesso strumento, design opposti, esiti opposti. Esempi concreti per disciplina qui: farne dire un paio all'aula.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 vedere che il compito autentico non è un lusso: con l'IA che abbatte i tempi di produzione dei materiali, diventa sostenibile. Raccogliere in chat un'idea di compito autentico per disciplina: prime candidature per le 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Consegnare la rubrica il primo giorno di progettazione è una scelta didattica da esplicitare: modeling della trasparenza valutativa. Mostrare il canvas condiviso in Drive: un file a testa, già intestato.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si vede chi ha portato l'argomento e chi no: avere 2-3 argomenti di riserva da proporre. L'uso di Gemini per le varianti di compito autentico è il primo uso 'da progettista' e non 'da esecutore': farlo notare.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Correzione onesta da fare a voce: il GEM 2026 non contiene IA — si usa come lente di equità per il design delle UdA; per la tecnologia il riferimento GEM è il 2023. Raccogliere le osservazioni di chi ha seguito una plenaria della DLW (che è in corso in questi giorni).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caso-tipo da portare venerdì è il materiale per il laboratorio sul tutor: profilo sintetico, insistere sul divieto di persone reali.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Edu-GenAI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Didattica Aumentata e Data Literacy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3 — Progettare UdA interattive con l'IA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mercoledì 9 settembre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Bonelli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gli esiti, poi l'IA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design in tre mosse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L'UdA aumentata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e criteri di qualità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15:25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come partner, non come distributore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posto giusto dentro il percorso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Compiti autentici e co-design con la classe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transdisciplinarità e indirizzi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16:20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canvas e la rubrica del project work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regole del gioco, subito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la tua UdA parte oggi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impostazione guidata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 rosso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entra per ultima: prima gli obiettivi, poi le evidenze di apprendimento, poi le attività — solo allora si decide dove l'IA aggiunge valore.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design in tre mosse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Esiti — cosa dovranno saper fare (dal PECUP dell'indirizzo, competenze osservabili)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Evidenze — con quale prodotto/prestazione lo dimostreranno (compito autentico)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Attività — solo ora si progettano le esperienze, e si decide dove l'IA serve davvero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L'errore da evitare: partire dallo strumento ('facciamo qualcosa con l'IA') e cercare poi una giustificazione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Riferimento: Wiggins &amp; McTighe, Understanding by Design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dato per calibrare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degli studenti del 2° anno del secondo ciclo è almeno a livello intermedio di competenza digitale (INVALSI 2026)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UdA possono assumere una base digitale solida e puntare sulla dimensione critica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struttura dell'UdA aumentata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e aggancio al curricolo (disciplina + eventuali discipline partner)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Competenze target (2-3, osservabili) e prerequisiti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 autentico: prodotto finale con destinatario reale (mostra, pubblicazione, pitch)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 di lavoro: per ciascuna, dichiarato SE l'IA entra, COME, e con quale regola d'uso — sulla scala UNESCO-TVET: AI-independent → aware → supported → enhanced → centric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Valutazione: rubrica del prodotto + osservazione del processo + riflessione metacognitiva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'policy IA' dell'UdA: cosa è consentito, cosa va dichiarato, cosa è vietato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L'IA nel percorso: partner, non distributore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distributore di risposte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studente chiede, l'IA risolve, lo studente consegna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lavoro cognitivo evapora: 'delega cognitiva'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Prodotti omologati, apprendimento superficiale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lo scenario che l'evidenza indica come dannoso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partner conversazionale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studente interroga, confronta, fa critica delle risposte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genera ipotesi e materiali grezzi; lo studente seleziona, verifica, argomenta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docente progetta i punti in cui il pensiero resta allo studente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Co-design: anche gli studenti progettano l'uso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differenza non la fa lo strumento: la fa dove il docente colloca lo sforzo cognitivo.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Compiti autentici, discipline di indirizzo, PCTO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Autentico = destinatario reale, vincoli reali, prodotto che vive fuori dal compito in classe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STEM: analisi dati reali, modellizzazione, report tecnico con verifica delle fonti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Umanistico: dossier di fonti, podcast storico, riscritture con analisi critica delle varianti IA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Indirizzi tecnici/professionali: casi aziendali simulati, documentazione di progetto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PCTO: simulazioni di colloqui e casi — sempre con dati sintetici, mai dati reali di aziende o persone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Transdisciplinarità: l'IA abbassa il costo di attraversare i confini tra materie — usarlo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canvas della vostra UdA (e la rubrica, subito)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in 8 campi: titolo • competenze • prerequisiti • compito autentico • fasi (con colonna IA) • policy IA per gli studenti • valutazione • riflessione metacognitiva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 finale del corso: canvas completo + un materiale della UdA generato e revisionato + policy IA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rubrica con cui valuteremo è pubblica da oggi: 4 criteri, la trovate nei Materiali operativi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 esiti-compito-valutazione • posto dell'IA (partner, non distributore) • qualità della policy • fattibilità in classe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la rubrica ora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Trasparenza valutativa: si progetta conoscendo i criteri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lo stesso principio che userete con gli studenti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finale sulla stessa rubrica (incontro 6)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la tua UdA parte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Aprite il vostro canvas nel Drive del corso (cartella 'Project work')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i campi 1-3: competenze target, prerequisiti, idea di compito autentico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Gemini: fatevi proporre 3 varianti di compito autentico sul vostro argomento — scegliete, meticciate, migliorate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Abbozzate le fasi di lavoro e marcate con [IA] i punti dove pensate entri l'intelligenza artificiale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Ultimi 10': giro veloce in plenaria — un'idea di compito autentico a testa, feedback lampo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 individuale con supporto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 e tutor girano nelle stanze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canvas resta aperto: si completa negli incontri 4 e 5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Bussola internazionale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GEM Report 2026 (Access and equity): progettare percorsi inclusivi non è un di più — «meno di 1 paese su 10 ha politiche con un focus di equità sufficiente». Le vostre UdA possono fare meglio delle policy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UNESCO-UNEVOC — Integrating AI in TVET (2026): la scala dei 5 livelli di coinvolgimento IA che avete nel canvas viene da qui — con l'avvertenza: sulle competenze fondamentali, prima la padronanza senza IA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2025 (via UNESCO-TVET): fino al 39% delle competenze chiave si trasformerà entro il 2030 — i compiti autentici che progettate oggi preparano a quel mondo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di metodo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GEM 2026 parla di equità, non di IA: usatelo come lente inclusiva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L'edizione GEM sulla tecnologia è il 2023: 'A tool on whose terms?'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seguito la Digital Learning Week: 2 minuti di restituzione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Completare i campi 1-4 del canvas entro venerdì (compito autentico definito)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Portare venerdì: un caso-tipo di studente in difficoltà sul vostro argomento (profilo sintetico, non persona reale)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Facoltativo: DigCompEdu Area 3 — i descrittori sono il linguaggio del vostro attestato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4 — venerdì 11 settembre: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mediato e personalizzazione: il tutor socratico, i profili BES/DSA, e l'evidenza su cosa funziona davvero.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Edu-GenAI 2 — Incontro 3: Progettare UdA interattive con l'IA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2026-07-28T17:28:42Z</dcterms:created>
  <dcterms:modified xsi:type="dcterms:W3CDTF">2026-07-28T17:28:42Z</dcterms:modified>
</cp:coreProperties>
</file>