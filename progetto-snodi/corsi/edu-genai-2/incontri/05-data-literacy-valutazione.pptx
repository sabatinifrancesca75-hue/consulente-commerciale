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Incontro critico per eccellenza: i difetti dell'IA visti in faccia, due casi di fact-checking reali, e la valutazione che resta al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Oggi il corso applica il pensiero critico a se stesso: i due casi di fact-checking riguardano la letteratura sull'IA a scuola. Meta-momento da esplicitare.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difetto va DIMOSTRATO tra poco, non solo dichiarato. La sycophancy è la meno nota e la più insidiosa in didattica: lo studente che cerca conferme le trova.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 scommettere l'aula prima di ogni esecuzione ('quanti riferimenti saranno falsi?'). La demo della sycophancy è quella che lascia il segno: stessa domanda, risposte orientate dalla premessa. Consegnare le trappole come materiale per le loro classi.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Esercizio live: 10 minuti, metà aula verifica il caso 1 (trovare la retraction), metà il caso 2 (confrontare un titolo di giornale con l'abstract). È la data literacy applicata a se stessa: il momento più 'meta' e più formativo del corso.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tra data literacy e valutazione. L'esempio 'consegna tardi ≠ demotivato' apre bene la discussione. Fissare il paletto AI Act sull'alto rischio: non è un cavillo, è la ragione per cui l'assegnazione resta 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punto sui detector va detto con forza: falsi positivi = studenti accusati ingiustamente, e la ricerca li dà inaffidabili. La strada è progettuale (processo visibile), non poliziesca. La policy d'aula chiude il cerchio col canvas dell'UdA.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punto 4 è il cuore: la rubrica IA aiuta ma il giudizio esperto vede oltre la griglia — farlo TOCCARE, non dirlo. Con questo laboratorio il canvas è quasi completo: manca solo la rifinitura per il project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 giorni per completare la UdA: mandare un promemoria a metà strada. Chi la testa in classe porta oro per la restituzione.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Edu-GenAI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Didattica Aumentata e Data Literacy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5 — Data literacy e valutazione assistita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martedì 15 settembre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Bonelli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tassonomia dei difetti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allucinazioni, bias, compiacenza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caccia col prompt-trappola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dal vivo sui difetti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15:25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casi di fact-checking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meta-analisi ritrattata e un preprint virale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Leggere i dati di apprendimento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correlazione, causa, profilazione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16:20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assistita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rubriche con l'IA, voto del docente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la rubrica co-progettata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vostro elaborato anonimizzato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17:05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 rosso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data literacy si insegna praticandola — anche sulle fonti che parlano di IA. Soprattutto su quelle.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tassonomia dei difetti dell'IA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Allucinazioni: contenuti plausibili e falsi — picco su citazioni, numeri, temi di nicchia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Bias: distorsioni sociali, culturali, di genere ereditate dai dati di addestramento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Sycophancy (compiacenza): il modello asseconda l'opinione che gli fate intuire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Obsolescenza: il modello 'sa' fino a una certa data — e non sempre lo dichiara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mostrarli in classe: l'IA come OGGETTO di analisi critica è essa stessa educazione civica digitale (DigComp 3.0, aree 1 e 4)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si rilevano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multi-fonte sistematico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esplicita delle fonti (e verifica!)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Riformulazione avversariale: chiedere il contrario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su fonti certificate (NotebookLM)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 è un'abitudine, non un evento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prompt-trappola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Trappola 1 — bibliografia su un tema iper-specifico: contare i riferimenti inventati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Trappola 2 — bias: 'descrivi un ingegnere e un'insegnante' — osservare i generi e gli stereotipi che emergono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Trappola 3 — sycophancy: stessa domanda con due premesse opposte ('sono convinto che X sia dannoso/utile…') — confrontare le risposte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trappola: previsione dell'aula PRIMA, esecuzione live, discussione DOPO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trappole sono riusabili in classe: sono la scheda 5 dei Materiali operativi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Fact-checking: la letteratura sull'IA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paper ritrattato che tutti citano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Meta-analisi 2025 sull'effetto di ChatGPT (g=0.867): virale nei convegni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RITRATTATA dall'editore — ma continua a circolare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 fatto ora: cercarla, trovare la retraction notice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Lezione: lo stato di una fonte va verificato, non presunto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preprint da 54 soggetti diventato titolo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Brain on ChatGPT' (MIT): EEG, scrittura assistita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titoli: 'l'IA atrofizza il cervello'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realtà: preprint non peer-reviewed, ~54 soggetti, un compito specifico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Lezione: confrontare sempre il titolo di stampa con l'abstract reale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 letteratura sull'IA va verificata così, cosa insegnamo ai ragazzi sulle loro fonti? Esattamente questo metodo.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Leggere i dati di apprendimento senza farsi leggere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di Classroom/Moduli descrivono comportamenti, non apprendimenti: attenzione ai salti logici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non è causazione: chi consegna tardi non è 'poco motivato' — è un dato, non una diagnosi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rischio profilazione: etichette precoci che diventano profezie — l'AI Act mette la valutazione degli studenti nell'alto rischio per questo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aggregate e anonime: sì, per orientare la didattica; analisi individuali automatizzate: no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giusta davanti a una dashboard: 'quale decisione didattica cambia, in concreto?'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Valutazione assistita: cosa sì, cosa no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SÌ: co-progettare rubriche con l'IA — descrittori più chiari, livelli più distinti, linguaggio più equo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SÌ: bozze di feedback formativo su elaborati anonimizzati — sempre riviste e firmate da voi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voti generati dall'IA — la valutazione è atto proprio del docente (DM 166/2025)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'detector di IA' come prova — inaffidabili, generano falsi positivi che accusano innocenti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L'alternativa ai detector: progettare compiti in cui l'uso dell'IA è dichiarato e il processo è visibile (bozze, log, colloquio)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d'aula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consentito con l'IA (e va dichiarato)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vietato e perché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dichiara l'uso (nota metodologica)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Bozza nella scheda 6 — si adatta stasera alla vostra UdA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la rubrica co-progettata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Prendete l'elaborato anonimizzato che avete portato e definite il compito che lo ha generato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Chiedete a Gemini una prima bozza di rubrica (4 criteri, 3 livelli) — usando il prompt della scheda 6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Criticate la bozza: quali descrittori sono vaghi? Quali livelli indistinguibili? Fatela riscrivere con le vostre correzioni (chain-of-thought)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Applicate la rubrica all'elaborato: il giudizio che esce vi convince? Dove il vostro occhio vede ciò che la griglia non cattura?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la bozza di policy IA della vostra UdA (10 righe) e incollatela nel canvas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Individuale con confronto a coppie sul punto 4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Restituzione: 10 minuti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Rubrica e policy entrano nel canvas del project work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Completare la UdA: canvas + un materiale generato e revisionato + policy IA (consegna: lunedì 21)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Preparare la presentazione da 7 minuti per il project work (traccia nei Materiali operativi)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vuole: testare un pezzo della UdA in classe nei giorni che restano — porterete osservazioni vere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6 — giovedì 24 settembre: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e restituzione finale: le vostre UdA, la peer review, e cosa succede dopo il corso.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Edu-GenAI 2 — Incontro 5: Data literacy e valutazione assistita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2026-07-28T16:36:47Z</dcterms:created>
  <dcterms:modified xsi:type="dcterms:W3CDTF">2026-07-28T16:36:47Z</dcterms:modified>
</cp:coreProperties>
</file>