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L'incontro più 'hands-on': lo stress-test dei sistemi IA come metodo didattico. I corsisti lavorano sulle proprie 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patto eleva il red-teaming da 'caccia all'errore' a metodo: la struttura ipotesi→prova→controprova è ciò che resta agli studenti.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protocollo in 5 passi è la struttura dell'attività che i corsisti porteranno in classe. La struttura a ruoli (red/blue/giuria) trasforma l'esercizio tecnico in educazione al dibattito basato su evidenze.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Messaggio controintuitivo ma onesto: l'occhio non basta e non basterà — il metodo (provenienza, lateralità) sì. Coerenza con la linea anti-detector di tutto lo Snodo, qui estesa alle immagini/video.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Stessi casi di Edu-GenAI 2, ma qui la cornice è civica: come funziona l'autocorrezione della scienza e perché va raccontata ai ragazzi come forza. Chi ha già visto i casi fa da tutor ai nuovi.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consigliata prima del laboratorio: l'anti-sycophancy applicato alla trappola già vista all'incontro 3 (prima/dopo). Capsula Panai qui: 'quello che state facendo è, in miniatura, il mestiere dell'eticista dell'IA — esiste, e qualcuno dei vostri studenti potrebbe farlo'. Chiudere con il principio finale della slide, che riprende Antiqua et Nova: la funzionalità si orchestra, il giudizio si 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momento in cui il corso si salda: il red-teaming diventa attività concreta della UdA del project work. Valorizzare in restituzione i casi in cui la controprova ha smentito: è l'anti-cherry-picking vissuto.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Bussola breve: l'incontro è già denso. La frase del pannello è il takeaway dell'intera giornata.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settimana per completare: promemoria giovedì. La consegna include l'attività sviluppata, non solo il canvas: verificarlo nel promemoria.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Ethic-AI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Etica, Bias e Cittadinanza nell'era dell'IA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5 — Bias audit, red-teaming e fact-checking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lunedì 12 ottobre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Simonetti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Red-teaming: l'interrogatorio come pedagogia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e protocollo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e contenuti sintetici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riconoscere, tracciare, verificare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caso-scuola: la scienza che si corregge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paper ritrattato e un preprint virale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bias audit sulla vostra UdA   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e consegne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 il project work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17:50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919472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084064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rosso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51560" y="5449824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red-teaming non insegna che 'l'IA sbaglia': insegna che ogni sistema va interrogato con metodo — ipotesi, prova, controprova, registrazione. È il metodo scientifico applicato alla cittadinanza.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Red-teaming didattico: il protocollo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IPOTESI — 'crediamo che il sistema mostri il bias X in condizione Y' (scritta prima, come in laboratorio)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PROBE — prompt progettati per testare l'ipotesi, in più varianti (cambiando genere, nazionalità, premessa…)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REGISTRAZIONE — screenshot e tabella degli esiti: le evidenze si documentano, non si raccontano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CONTROPROVA — l'esito regge se si ripete? Un caso non fa una regola (insegnamento anti-cherry-picking)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RAPPORTO — cosa abbiamo trovato, con che confidenza, cosa NON possiamo concludere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Ruoli in classe: red team (attacca), blue team (difende/spiega), giuria (valuta le evidenze) — il dibattimento sulle prove è il momento civico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 e contenuti sintetici: metodo, non magia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verità scomoda: i deepfake migliorano più in fretta della nostra capacità di riconoscerli a occhio — i 'trucchi visivi' invecchiano in mesi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 che regge: la PROVENIENZA — chi lo ha pubblicato per primo? esiste una versione originale? cosa dicono fonti indipendenti? (lettura laterale, di nuovo)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 provenienza in arrivo (C2PA/Content Credentials): metadati firmati sull'origine dei contenuti — da conoscere, con i loro limiti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 per la classe: mai giudicare un contenuto solo guardandolo; sempre tracciarne il percorso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 'detector'? Come per i testi: inaffidabili come prova — un falso positivo è un'accusa ingiusta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Perkins &amp; Roe (UNESCO 2025)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Siamo nell'era 'post-plagiarism': la detection «ha largamente fallito»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risposta è il design delle prove, non la sorveglianza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caso-scuola: la scienza che si corregge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paper ritrattato che tutti citano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Meta-analisi 2025 sull'effetto di ChatGPT (g=0.867): ~486.000 visualizzazioni, 266 citazioni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Ritrattata il 22 aprile 2026: studi troppo diversi aggregati insieme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smentita non viaggia mai quanto la notizia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 filigrana RETRACTED nella cartella del corso: mostratelo in classe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preprint da 54 soggetti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Brain on ChatGPT' (MIT): titoli tipo 'l'IA atrofizza il cervello'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Realtà: preprint non peer-reviewed, ~54 soggetti, un compito specifico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Confrontare titolo di stampa e abstract è un'attività di 10 minuti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Lezione: la scienza si usa per ciò che dice, non per ciò che titola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correzione pubblica degli errori è la forza della scienza: è il messaggio civico da portare in classe.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etici e di controllo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tribunale dei framework: stesso dilemma valutato tre volte — deontologia, conseguenze, virtù. L'IA apparecchia il dibattito, gli studenti giudicano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'costituzionale': valutare un caso alla luce dei sei principi del Rome Call (o dell'art. 3 Cost.) — l'algoretica in esercizio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L'anti-sycophancy: 'ignora la mia premessa, dammi il miglior PRO e il miglior CONTRO con pari cura' — lo scudo contro la compiacenza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L'autocritica forzata: 'rileggi la tua risposta da revisore severo: fatti verificabili? bias? punto debole?' — la prima risposta è sempre una bozza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guardrail di sistema per i Gems: regole etiche permanenti scritte nelle istruzioni — e mostrarle agli studenti È educazione alla trasparenza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principio: questi prompt non rendono l'IA etica — spostano il lavoro etico nel progetto della domanda e nella verifica della risposta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Ora, nel laboratorio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gruppo usa l'autocritica forzata sull'output del proprio audit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L'autocritica dell'IA è un'evidenza in più — da verificare a sua volta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E7: la libreria completa dei template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bias audit sulla vostra UdA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gruppi di 3: scegliete una UdA del gruppo e progettate il red-teaming per QUELLA classe — ipotesi di bias pertinente al tema (protocollo in 5 passi, scheda E5)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l'audit voi stessi su Gemini: almeno 3 probe con varianti e una controprova; registrate gli esiti in tabella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il 'rapporto': cosa avete trovato, con che confidenza, cosa non potete concludere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i ruoli per la classe (red/blue/giuria) e il prodotto atteso dagli studenti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Restituzione: l'esito più interessante per gruppo — e un caso in cui la controprova ha smentito la prima impressione (10')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 da 3 in stanze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E5: protocollo + tabella di registrazione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L'audit progettato è un'attività della UdA (consegna)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Digital Education Outlook 2026: «partner di apprendimento, non scorciatoia» — e il monito della 'metacognitive laziness': senza metodo, il chatbot ci disabitua a diagnosticare il nostro stesso bisogno di capire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— antologia 2025 (Perkins &amp; Roe): era post-plagiarism — il design delle prove batte la sorveglianza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— MOOC Digital Citizenship (2ª ed.): il modulo su algoritmi e disinformazione è il gemello internazionale di questo incontro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una frase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Interrogare i sistemi con metodo è la forma 2026 del pensiero critico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si insegna facendola, non raccontandola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Completare la UdA entro venerdì 16: canvas + l'attività di red-teaming (o lettura laterale) sviluppata + policy IA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Preparare la presentazione da 7 minuti (traccia nella scheda E5)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può: testare l'audit con una classe vera nei giorni che restano — le osservazioni reali valgono oro lunedì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6 — lunedì 19 ottobre: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e restituzione finale: le vostre UdA di Educazione Civica digitale.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Ethic-AI 2 — Incontro 5: Bias audit, red-teaming e fact-checking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2026-07-29T05:54:40Z</dcterms:created>
  <dcterms:modified xsi:type="dcterms:W3CDTF">2026-07-29T05:54:40Z</dcterms:modified>
</cp:coreProperties>
</file>