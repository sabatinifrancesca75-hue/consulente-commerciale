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Incontro di progettazione: si apre il project work. Da oggi ogni concetto finisce nel canvas dei corsisti.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patto sfida lo stereotipo dell'Ed. Civica come contenitore vago: qui si progetta con lo stesso rigore delle discipline.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tesi organizzativa: niente 'modulo IA' separato — l'IA attraversa i tre nuclei del DM 183. Questo rende il curricolo sostenibile (usa le 33 ore esistenti) e più solido concettualmente.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identitario: l'Area 6 descrive il mestiere che stanno imparando. La revisione in corso di DigCompEdu è una buona notizia da dare: stanno investendo su un profilo che l'Europa sta formalizzando.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ponte con l'incontro 2: il profilo d'uscita abbozzato giovedì è il punto di partenza del backward design. I compiti autentici civici in elenco sono semi per chi è a corto di idee. Rubrica subito = stesso modeling di Edu-GenAI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distinzione strumento/oggetto è la firma di questo corso: nella UdA civica l'IA compare in entrambi i ruoli e il canvas li tiene separati. Avere 2-3 idee di riserva per chi arriva senza.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complementarità dei due corsi sul quadro AILit è un punto di forza dello Snodo da dire esplicitamente: chi li fa entrambi ha il quadro completo. Correzione GEM a voce come in Edu-GenAI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Promemoria canvas nel weekend. Lunedì il red-teaming si applica alle UdA appena impostate: il laboratorio è già materiale per il project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VOLTERRA AI-MASTER HUB — Snodo formativo IA  •  PNRR M4C1 I2.1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Ethic-AI 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Etica, Bias e Cittadinanza nell'era dell'IA — 18 ore, docenti del secondo ciclo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777240" cy="7772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83080" y="3675888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Incontro 4 — Co-progettazione del curricolo di Educazione Civica digitale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mercoledì 7 ottobre 2026  •  15:00–18:00  •  online su Google Meet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Formatrice: Prof.ssa Sabatini   •   Tutor: Prof. Simonetti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rotta di oggi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57276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72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5361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quadro: DM 183/2024 e l'IA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l'IA entra nei tre nuclei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92640" y="15361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231136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231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1945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DigCompEdu Area 6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vostro profilo professionale in gioco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92640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2889504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2852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Progettare il curricolo verticale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design sulle 33 ore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92640" y="28529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15:50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54787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35112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e rubrica del project work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regole del gioco, subito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92640" y="35112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16:20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4206240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416966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Laboratorio: la tua UdA civica parte oggi   </a:t>
            </a:r>
            <a:pPr indent="0" marL="0">
              <a:buNone/>
            </a:pP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92640" y="41696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16:40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4864608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864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8280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Chiusura e consegne   </a:t>
            </a:r>
            <a:pPr indent="0" marL="0">
              <a:buNone/>
            </a:pP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92640" y="48280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17:50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22960" y="5577840"/>
            <a:ext cx="10607040" cy="1170432"/>
          </a:xfrm>
          <a:prstGeom prst="roundRect">
            <a:avLst>
              <a:gd name="adj" fmla="val 7031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574243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Filo rosso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051560" y="6108192"/>
            <a:ext cx="10149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L'Educazione Civica digitale non è l'ora della predica sull'IA: è un curricolo con esiti osservabili, compiti autentici e valutazione seria — come ogni disciplina che si rispetti.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 183/2024: dove l'IA entra nei tre nuclei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COSTITUZIONE: diritti nell'era algoritmica — privacy, non discriminazione, ricorso contro decisioni automatizzate; l'AI Act come diritto vivente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SVILUPPO ECONOMICO E SOSTENIBILITÀ: lavoro che cambia (WEF 39%), impronta ambientale del digitale, divari di accesso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CITTADINANZA DIGITALE: identità, benessere, disinformazione, uso critico della GenAI — tutto il percorso fatto finora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non è un quarto nucleo: è la lente 2026 sui tre nuclei esistenti — si integra, non si aggiunge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Trasversalità reale: co-titolarità del consiglio di classe, 33 ore annue, valutazione collegiale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DigCompEdu Area 6: il vostro profilo in gioco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6 — 'Favorire lo sviluppo delle competenze digitali degli studenti': è l'area che questo corso certifica (come da candidatura dello Snodo)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Alfabetizzazione all'informazione e ai media: tutto l'incontro di lunedì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Comunicazione e collaborazione digitale · 6.3 Creazione di contenuti — con la GenAI dentro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Uso responsabile: benessere, sicurezza, identità · 6.5 Problem solving digitale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di prospettiva: DigCompEdu è in revisione (allineamento a DigComp 3.0, ~500 learning outcomes, IA sistematica) — chi progetta ora sarà già allineato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salto professionale: da docente che USA l'IA a docente che forma CITTADINI capaci di leggerla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curricolo verticale in pratica (e il canvas)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design sulle 33 ore: prima il profilo d'uscita (l'avete già abbozzato giovedì!), poi le evidenze, poi le attività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Progressione per anno: dalla consapevolezza (biennio) all'analisi critica e all'azione civica (triennio)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Compiti autentici civici: campagna di debunking per la scuola, audit di un algoritmo raccontato ai genitori, podcast sull'AI Act, carta d'istituto sull'uso dell'IA scritta dagli studenti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canvas della UdA civica: 8 campi, con la colonna [IA] su scala TVET e la policy d'uso — consegna finale del corso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rubrica di valutazione del project work è pubblica DA OGGI (scheda E4): trasparenza valutativa come metodo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764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4 criteri della rubrica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130552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Coerenza nuclei–compito–valutazione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Qualità civica del compito autentico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 critico dell'IA (oggetto e strumento)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Fattibilità nelle 33 ore reali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Esercitazione — mani sulla tastiera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Laboratorio: la tua UdA civica parte oggi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7315200" cy="4572000"/>
          </a:xfrm>
          <a:prstGeom prst="roundRect">
            <a:avLst>
              <a:gd name="adj" fmla="val 1800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82880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178308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Aprite il canvas nel Drive (cartella 'Project work') e compilate i campi 1-3: nucleo/i del DM 183, competenze target (da DigComp 3.0/AILit), classe e collocazione nelle 33 ore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51560" y="2670048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262432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Definite il compito autentico civico: prodotto, destinatario REALE (la scuola, i genitori, il quartiere, il web), vincoli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51560" y="351129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3465576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Gemini: fatevi proporre 3 varianti del compito e chiedete esplicitamente 'cosa lo rende non delegabile all'IA?' — scegliete e migliorate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51560" y="435254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4306824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Abbozzate le fasi segnando dove l'IA è STRUMENTO (scala TVET) e dove è OGGETTO di analisi (trappole, audit, lettura laterale)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051560" y="519379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00200" y="5148072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 finale: un'idea di compito autentico a testa, 30 secondi (10')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412480" y="1600200"/>
            <a:ext cx="3200400" cy="45720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41080" y="1764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pratica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641080" y="2130552"/>
            <a:ext cx="27432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minuti totali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Individuale con supporto nelle stanze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Scheda E4: canvas + rubrica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Consegna finale: canvas + un'attività sviluppata + policy IA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Bussola internazionale 2026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GEM 2026 (Access and equity): «meno di 1 paese su 10 ha politiche con un focus di equità sufficiente» — le vostre UdA possono fare meglio: l'accesso critico al digitale è la nuova frontiera dell'equità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AILit (OCSE-CE): i 4 domini come griglia del curricolo — questa UdA lavora su Engage e Shape; con Edu-GenAI 2 su Create e Manage lo Snodo copre l'intero quadro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Digital Learning Week 2026 ('Facts | Frictions | Frontiers'): cosa conta come fatto nell'era della conoscenza sintetica — la domanda che le vostre UdA insegnano a porre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764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 di metodo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130552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2026 = lente di equità (non tratta l'IA)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la tecnologia: GEM 2023 'A tool on whose terms?'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due corsi dello Snodo insieme coprono tutto AILit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il prossimo incontro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Canvas: campi 1-4 completati entro venerdì 9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Portare lunedì 12: nulla di nuovo — si lavora sui vostri canvas con il red-teaming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Facoltativo: esplorare i learning scenarios di AILit (ailiteracyframework.org) per la propria disciplina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937760"/>
            <a:ext cx="10515600" cy="1188720"/>
          </a:xfrm>
          <a:prstGeom prst="roundRect">
            <a:avLst>
              <a:gd name="adj" fmla="val 692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493776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Incontro 5 — lunedì 12 ottobre:  </a:t>
            </a:r>
            <a:pPr indent="0" marL="0">
              <a:buNone/>
            </a:pPr>
            <a:r>
              <a:rPr lang="en-US" sz="14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audit, red-teaming e fact-checking: lo stress-test come metodo didattico.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Ethic-AI 2 — Incontro 4: Co-progettazione del curricolo di Educazione Civica digitale</dc:title>
  <dc:subject>PptxGenJS Presentation</dc:subject>
  <dc:creator>Snodo formativo VOLTERRA AI-MASTER HUB</dc:creator>
  <cp:lastModifiedBy>Snodo formativo VOLTERRA AI-MASTER HUB</cp:lastModifiedBy>
  <cp:revision>1</cp:revision>
  <dcterms:created xsi:type="dcterms:W3CDTF">2026-07-29T05:54:40Z</dcterms:created>
  <dcterms:modified xsi:type="dcterms:W3CDTF">2026-07-29T05:54:40Z</dcterms:modified>
</cp:coreProperties>
</file>