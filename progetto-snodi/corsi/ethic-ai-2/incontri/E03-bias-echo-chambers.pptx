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L'incontro più denso: meccanica della polarizzazione + bias della GenAI + data ethics. Verificare i contenuti sospetti portati dai corsisti.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patto del giorno è la frase anti-cinismo: importante perché il rischio della media literacy mal fatta è produrre sfiducia generalizzata, non senso critico.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Meccanica prima, morale mai: se i ragazzi capiscono COME funziona l'ottimizzazione dell'engagement, il resto segue. La learning echo chamber di Aerts collega il tema alla didattica adattiva: non solo social.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obbligatoria (collaudata il giorno prima, screenshot di riserva). Per chi viene da Edu-GenAI 2 è un richiamo: qui il focus è civico — cosa significa per l'informazione di una democrazia. 'Bespoke misinformation' è il concetto da lavagna.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fili (dati, proprietà, identità) da tenere concreti con micro-casi: la foto del compagno postata senza chiedere, il tema incollato nel chatbot pubblico, l'immagine generata 'nello stile di'. Il 20% ed-tech serve anche qui: la scuola sceglie strumenti a norma perché è educazione civica agita.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lettura laterale (aprire altre schede prima di finire la pagina) è il metodo dei fact-checker professionisti: più efficace delle checklist. La classificazione a 4 esiti evita il binario vero/falso che il web reale non rispetta.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Bussola sui diritti: il documento UNESCO 2025 dà la cornice giuridica internazionale, O'Neil e Bender la sostanza dei casi. Il principio nel pannello è la frase da consegnare.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mercoledì si costruisce la UdA: arrivare con l'idea. Chi ha fatto Edu-GenAI 2 conosce il canvas: rassicurare gli altri che è guidato.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Ethic-AI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Etica, Bias e Cittadinanza nell'era dell'IA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3 — Bias, echo chambers, disinformazione e data ethics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lunedì 5 ottobre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Simonetti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macchina della polarizzazione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i feed costruiscono le bolle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bias della GenAI, dal vivo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trappole e 'misinformazione su misura'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ethics: minori, dati, copyright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quadro che protegge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smontare la bolla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materiale che avete portato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16:50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e consegne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 il curricolo di mercoledì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17:50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919472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084064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rosso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51560" y="5449824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disinformazione non si combatte con la sfiducia in tutto, ma con il metodo: fonti, provenienza, controprova. Il cinismo è l'altro modo di essere manipolati.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macchina della polarizzazione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sistemi di raccomandazione ottimizzano l'engagement — e l'indignazione ingaggia più della complessità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chamber: vedo solo ciò che conferma; filter bubble: l'algoritmo seleziona per me senza che io lo sappia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rinforzo è circolare: più clicco, più ricevo, più mi convinco che 'tutti la pensano così'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versione scolastica (Aerts, UNESCO 2025): anche i sistemi ADATTIVI possono creare 'learning echo chambers' che amplificano le misconcezioni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Uscirne è un atto deliberato: dieta informativa varia, fonti che dissentono, lettura laterale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da portare in classe: 'chi ha scelto quello che stai vedendo — e perché proprio a te?'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bias della GenAI: dimostrare, non predicare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 bias: 'descrivi un ingegnere / un'insegnante' — generi, aggettivi, contesti che emergono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 sycophancy: stessa domanda con premesse opposte — l'IA tende a darvi ragione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Trappola allucinazione: bibliografia su tema di nicchia — citazioni plausibili e false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Bender (UNESCO 2025): la GenAI produce 'bespoke misinformation' — misinformazione SU MISURA, autorevole e senza provenienza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L'output riflette 'la visione più comune o dominante' nei dati: le voci minoritarie sono sottorappresentate per costruzione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Protocollo d'aula: previsione scritta → esecuzione → confronto → 'come lo verifichiamo?'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dal vivo (ora)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3 trappole eseguite in diretta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L'aula scommette sull'esito prima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trappole sono nella scheda E3: riusatele in classe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ethics: minori, dati, proprietà intellettuale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 minori: i dati dei ragazzi hanno tutela rafforzata — e i sistemi IA 'sfidano consenso, limitazione di scopo e trasparenza' (UNESCO 2025)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dato che responsabilizza: solo il 20% di 150 prodotti ed-tech valutati supera gli standard minimi di privacy (Common Sense, via UNESCO)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anche come contenuto didattico: insegnare ai ragazzi a chiedersi 'quali dati sto dando, a chi, per cosa?'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nell'era sintetica: output GenAI senza tutela autorale, opere altrui nei dataset, licenze CC come alfabeto della condivisione responsabile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 digitale: ciò che pubblico di me (e degli altri) è un atto con conseguenze — il consenso vale anche tra compagni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smontare la bolla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coppie: prendete il contenuto sospetto che avete portato e applicate la lettura laterale — aprite altre fonti PRIMA di leggere fino in fondo: chi lo dice? chi lo riprende? cosa dicono fonti indipendenti?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Tracciate la provenienza: originale o rilancio? C'è una data? Un autore? Un'evidenza verificabile?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Classificate: vero / falso / fuorviante / non verificabile — e annotate QUALE segnale vi ha orientato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Progettate la versione per la classe: stesso protocollo sul materiale che i vostri studenti incontrano davvero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Restituzione: il caso più istruttivo per coppia + il segnale-spia più utile (10')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Coppie in stanze Meet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E3: protocollo di lettura laterale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L'attività progettata entra nella UdA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— AI and education: Protecting the rights of learners (2025): privacy e protezione dati come DIRITTI del minore, non adempimenti; l'approccio human-rights-based alla digitalizzazione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Bender et al. — 'Stochastic Parrots' (2021) e antologia UNESCO 2025: bias per costruzione e misinformazione su misura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O'Neil — 'Armi di distruzione matematica': i casi concreti di algoritmi che discriminano su larga scala — la biblioteca di esempi per le vostre lezioni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principio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dei ragazzi non sono materia prima: sono estensione della loro persona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scelta tecnologica della scuola lo dichiara, in un senso o nell'altro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Portare mercoledì: un'idea di UdA di Educazione Civica digitale (il caso dell'incontro 1 + le competenze dell'incontro 2 sono la base)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Salvare nel Drive l'attività di lettura laterale progettata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un capitolo a scelta di O'Neil — da raccontare in 2 minuti mercoledì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4 — mercoledì 7 ottobre: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Co-progettazione del curricolo di Educazione Civica digitale: si apre il project work.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Ethic-AI 2 — Incontro 3: Bias, echo chambers, disinformazione e data ethics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2026-07-28T17:45:35Z</dcterms:created>
  <dcterms:modified xsi:type="dcterms:W3CDTF">2026-07-28T17:45:35Z</dcterms:modified>
</cp:coreProperties>
</file>