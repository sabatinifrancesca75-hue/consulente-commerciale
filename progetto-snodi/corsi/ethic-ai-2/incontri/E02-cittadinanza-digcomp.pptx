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Verificare che tutti abbiano portato il caso mediatico di decisione algoritmica. Oggi si dà il linguaggio: DigComp 3.0 e AILit.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Incontro di 'alfabetizzazione ai quadri': DigComp 3.0 e AILit come strumenti di progettazione, non adempimenti.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Presentare il 3.0 come notizia recente (un anno fa non esisteva): chi ha in mano il quadro nuovo è avanti. Le aree 1 e 4 vanno padroneggiate perché sono il linguaggio della rendicontazione dello Snodo.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PISA 2029 è l'argomento che convince i DS: la cittadinanza IA entra nelle rilevazioni internazionali. I 4 domini sono anche la griglia con cui costruiremo le UdA (Ethic-AI lavora soprattutto su Engage e Shape).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che spesso manca nei corsi sull'IA: qui è di casa (nucleo sostenibilità dell'Ed. Civica). Tenere il registro fattuale: stime e fonti, non slogan. Ottimo terreno per UdA transdisciplinari con le 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Registro delicato: molti docenti hanno in classe situazioni reali. Il messaggio: dare strumenti di lettura, non prediche. Il ponte alle echo chambers prepara lunedì.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Obiettivo: far maneggiare i quadri su materiale vero (il caso portato). La lista delle competenze ricorrenti è l'aggancio diretto all'incontro 4 (curricolo).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Bussola tutta 'quadri': i tre riferimenti sono i ferri del mestiere del resto del corso. Il MOOC UNESCO è il follow-up ideale: gratuito e certificato.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sospetto da portare è essenziale per lunedì: mandare un promemoria nel weekend.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VOLTERRA AI-MASTER HUB — Snodo formativo IA  •  PNRR M4C1 I2.1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Ethic-AI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Etica, Bias e Cittadinanza nell'era dell'IA — 18 ore, docenti del secondo ciclo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36758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2 — Cittadinanza democratica e DigComp 3.0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giovedì 1 ottobre 2026  •  15:00–18:00  •  online su Google Meet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Formatrice: Prof.ssa Sabatini   •   Tutor: Prof. Simonetti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rotta di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nuovo DigComp 3.0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 e perché ci riguarda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3113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AILit e PISA 2029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cittadinanza IA diventa misurabile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15:40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sostenibilità del digitale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costo materiale di un prompt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112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Benessere digitale e salute mentale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persuasivo e attenzione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3511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1696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Laboratorio: il profilo di cittadinanza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mappare le attività sui quadri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6460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828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 e consegne   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92640" y="4828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17:50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577840"/>
            <a:ext cx="10607040" cy="1170432"/>
          </a:xfrm>
          <a:prstGeom prst="roundRect">
            <a:avLst>
              <a:gd name="adj" fmla="val 7031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 rosso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51560" y="6108192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quadri europei non sono burocrazia: sono il linguaggio comune con cui la vostra didattica diventa leggibile, certificabile e confrontabile.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DigComp 3.0: cosa è cambiato (nov. 2025)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non è più una competenza a parte: è integrata TRASVERSALMENTE in tutte le 21 competenze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di padronanza da 8 a 4: adozione più semplice nelle scuole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Nuovi learning outcomes su GenAI, disinformazione, benessere digitale, sostenibilità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Traduzione italiana ufficiale dal 30 marzo 2026 (Dip. Trasformazione Digitale) — è la versione da citare nei documenti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il nostro progetto: le aree 1 (informazioni e dati) e 4 (sicurezza e benessere) sono il core dichiarato in candidatura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caso mediatico di algocrazia: dove lo collochereste nelle 21 competenze? (lo faremo nel laboratorio)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AILit: la cittadinanza IA diventa misurabile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097280" y="37947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competenze in 4 domini — Engage, Create, Manage, Shape AI (framework OCSE–Commissione UE, giugno 2026)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5778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primo quadro operativo UE/OCSE per l'alfabetizzazione IA a scuola: domini che si costruiscono l'uno sull'altro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Engage: riconoscere l'IA e valutarne criticamente gli output — il cuore di questo corso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comprendere e orientare il ruolo sociale dell'IA — la cittadinanza attiva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Aggancio a PISA 2029 (Media &amp; AI Literacy): ciò che progettate oggi sarà misurato su larga scala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Dialoga con l'art. 4 dell'AI Act: alfabetizzazione come obbligo, AILit come mappa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Sostenibilità: il costo materiale di un prompt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non è immateriale: data center, energia, acqua per il raffreddamento, minerali per i chip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tema è nei quadri: DigComp 3.0 include la sostenibilità; era già in 'Stochastic Parrots' (Bender et al. 2021: costi ambientali dell'addestramento)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Educazione civica = anche questo: il nucleo 'sviluppo sostenibile' del DM 183/2024 incontra l'IA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Attività per la classe: stimare l'impronta di un'abitudine digitale e discutere i trade-off (senza catastrofismo: con dati)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 onesta da insegnare: 'questo uso dell'IA vale il suo costo?' — usare quando aggiunge valore, non per default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aula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perfetto per compiti autentici STEM+civica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veri, fonti da verificare: data literacy applicata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Sostenibilità = criterio d'uso, non solo argomento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Benessere digitale, attenzione, salute mentale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design persuasivo: infinite scroll, notifiche, ricompense variabili — l'economia dell'attenzione spiegata ai ragazzi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DigComp 3.0 Area 4: 'sicurezza e benessere' — proteggere salute fisica e psicologica negli ambienti digitali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sistemi di raccomandazione e la salute mentale dei giovani online: ansia da confronto, FOMO, rabbit holes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ruolo del docente: non demonizzare ma dare parole — riconoscere i meccanismi è già difendersi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al prossimo incontro: dagli stessi meccanismi nascono echo chambers e polarizzazione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— mani sulla tastiera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Laboratorio: il profilo di cittadinanza digitale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7315200" cy="4572000"/>
          </a:xfrm>
          <a:prstGeom prst="roundRect">
            <a:avLst>
              <a:gd name="adj" fmla="val 1800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8288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Riprendete il caso mediatico che avete portato: collocatelo su DigComp 3.0 — quali delle 21 competenze servono per leggerlo criticamente?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26700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6243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Collocatelo sui domini AILit: è un caso da 'Engage' (valutare output), da 'Shape' (ruolo sociale), o entrambi?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35112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coppia: scegliete una classe reale e abbozzate il suo 'profilo d'uscita di cittadinanza digitale' — 5 competenze prioritarie dai quadri, con livello atteso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43525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30682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Confrontate: quali competenze ricorrono in tutti i profili? Quella lista è il nucleo del curricolo che co-progetteremo mercoledì 7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51560" y="51937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14807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Restituzione: le 3 competenze più votate dall'aula (10')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12480" y="1600200"/>
            <a:ext cx="3200400" cy="45720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pratica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41080" y="2130552"/>
            <a:ext cx="2743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minuti totali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Individuale (15') + coppie (25')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E2 nei Materiali operativi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profilo confluisce nella UdA del project work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Bussola internazionale 2026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DigComp 3.0 (JRC, nov. 2025 — trad. it. mar. 2026): il quadro cittadini con l'IA trasversale a tutte le competenze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AILit — 'Empowering Learners for the Age of AI' (OCSE-CE, giu. 2026): 4 domini, 19 competenze, aggancio PISA 2029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— MOOC 'Educating in the Age of AI: Digital Citizenship from the Classroom' (2ª ed. 2026, anche in inglese, certificato gratuito): il percorso gemello internazionale di questo corso — consigliato come approfondimento personale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fare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Scaricare il PDF italiano di DigComp 3.0 (Repubblica Digitale)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Esplorare il sito AILit (ailiteracyframework.org)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si iscrive al MOOC lo racconta al gruppo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prossimo incontro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Portare lunedì 5: un contenuto sospetto incontrato online (post virale, immagine dubbia, 'notizia' non verificata) — sarà il materiale del laboratorio su bias e disinformazione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Salvare il proprio profilo di cittadinanza nel Drive del corso (cartella 'Project work')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Facoltativo: sfogliare il PDF italiano di DigComp 3.0, aree 1 e 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93776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3 — lunedì 5 ottobre:  </a:t>
            </a:r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echo chambers, disinformazione e data ethics: dentro la macchina della polarizzazione.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Ethic-AI 2 — Incontro 2: Cittadinanza democratica e DigComp 3.0</dc:title>
  <dc:subject>PptxGenJS Presentation</dc:subject>
  <dc:creator>Snodo formativo VOLTERRA AI-MASTER HUB</dc:creator>
  <cp:lastModifiedBy>Snodo formativo VOLTERRA AI-MASTER HUB</cp:lastModifiedBy>
  <cp:revision>1</cp:revision>
  <dcterms:created xsi:type="dcterms:W3CDTF">2026-07-28T17:45:35Z</dcterms:created>
  <dcterms:modified xsi:type="dcterms:W3CDTF">2026-07-28T17:45:35Z</dcterms:modified>
</cp:coreProperties>
</file>