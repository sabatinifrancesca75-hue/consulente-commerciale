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Benvenuto, giro nomi in chat. Molti arrivano da Edu-GenAI 2: questo corso è il completamento critico-etico. Attestato: 70% frequenza (13 ore) + UdA di Educazione Civica digitale.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 la rotta e il patto (stesso perimetro di Edu-GenAI 2, con l'aggiunta: qui l'IA è oggetto di studio critico). Anticipare il project work: UdA di Educazione Civica digitale.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dato 62/30 apre il corso col mandato: non stiamo aggiungendo contenuti, stiamo colmando un divario di cittadinanza. Chi viene da Edu-GenAI 2 riconoscerà il dato: là chiudeva, qui apre.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Esempi concreti e vicini: far emergere dall'aula casi che conoscono (rider, CV screening, feed). O'Neil è la miniera di casi. Chiudere sul ponte: se le decisioni migrano agli algoritmi, la cittadinanza richiede di saperli interrogare.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Differenza rispetto a Edu-GenAI 2: là l'AI Act era perimetro operativo, qui è oggetto didattico. Il riconoscimento emozioni vietato in classe sorprende sempre: usarlo come gancio. La chiusura è la tesi del corso: la norma si insegna, non solo si rispetta.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frame copilota/decisore organizza tutto il corso. Automation bias da spiegare bene: è il rischio dell'era agentica. La citazione EDPS dà il respiro istituzionale europeo.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slide-mappa: ogni voce tornerà come 'capsula filosofica' da 10 minuti negli incontri successivi (Floridi qui, Fabris al 2, Antiqua et Nova + §146 al 3, Benanti al 4, Panai al 5). Sull'enciclica: il parallelo 1891→2026 è la lezione di storia e cittadinanza — Leone XIII rispose alla questione operaia, Leone XIV alla questione algoritmica, firmando nel 135° anniversario esatto. Il §146 ('igiene dell'attenzione': silenzio, approfondimento, lettura, confronto misurato) tornerà all'incontro 3 accanto alla dieta informativa. Il registro resta laico: si cita per la qualità concettuale e il rilievo mondiale, non per catechesi.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laboratorio produce la materia prima delle UdA: ogni gruppo esce con un caso reale classificato. Girare nelle stanze e spingere verso casi vicini all'esperienza degli studenti, non casi da manuale.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Stessa slide-firma di Edu-GenAI 2: colloca il corso nell'agenda internazionale. L'EDPS va citato con l'ambito corretto (istituzioni UE) come modello di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 puntuale, firma registro. Il caso mediatico da portare è il materiale del prossimo laboratorio: insistere.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VOLTERRA AI-MASTER HUB — Snodo formativo IA  •  PNRR M4C1 I2.1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Ethic-AI 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Etica, Bias e Cittadinanza nell'era dell'IA — 18 ore, docenti del secondo ciclo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777240" cy="7772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3675888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1 — Impatto sociale, algocrazia e AI Act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lunedì 28 settembre 2026  •  15:00–18:00  •  online su Google Meet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Formatrice: Prof.ssa Sabatini   •   Tutor: Prof. Simonetti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rotta di oggi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7276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361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un corso sull'etica dell'IA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mandato civico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0" y="15361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31136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Algocrazia: dove decidono gli algoritmi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credito, lavoro, giustizia, scuola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9264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15:20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89504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 Act in pratica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piramide dei rischi, divieti, trasparenza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28529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3547872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3511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Copilota o decisore?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supervisione umana come principio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926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16:40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420624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69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Laboratorio: la mappa degli impatti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l'algoritmo tocca i vostri studenti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41696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4864608"/>
            <a:ext cx="402336" cy="40233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64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82803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Chiusura e consegne   </a:t>
            </a:r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patto d'aula del corso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92640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17:50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5577840"/>
            <a:ext cx="10607040" cy="1170432"/>
          </a:xfrm>
          <a:prstGeom prst="roundRect">
            <a:avLst>
              <a:gd name="adj" fmla="val 7031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Patto d'aula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51560" y="6108192"/>
            <a:ext cx="101498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qui è OGGETTO di analisi prima che strumento • ogni affermazione si fonda su una fonte verificata • nessun dato personale di studenti negli strumenti IA — mai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mandato civico di questo corso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097280" y="37947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giovani usa l'IA in contesti pratici di apprendimento e lavoro — ma solo il 30% ha ricevuto una formazione formale (UNESCO-UNEVOC 2025)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divario è il nostro compito: i ragazzi vivono già dentro sistemi algoritmici senza strumenti per leggerli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2025: fino al 39% delle competenze chiave si trasformerà entro il 2030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L'educazione civica digitale non è una materia in più: è la condizione di cittadinanza nell'era degli algoritmi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 corso: 6 incontri, un project work (la vostra UdA di Ed. Civica digitale), una comunità che resta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Algocrazia: dove decidono già gli algoritmi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Credito e assicurazioni: scoring che decide chi accede e a che prezzo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Lavoro: screening automatico dei CV, gestione algoritmica dei turni e dei rider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Informazione: i sistemi di raccomandazione decidono cosa vediamo (e cosa no)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Giustizia e sicurezza: risk assessment, sorveglianza — i casi documentati da O'Neil in 'Armi di distruzione matematica'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la scuola? Valutazione automatizzata, proctoring, orientamento predittivo: per questo l'AI Act la mette nell'alto rischio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punto non è 'algoritmi cattivi': è che decisioni opache su larga scala richiedono contrappesi — trasparenza, ricorso, supervisione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Automazione cognitiva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automatizza il gesto: automatizza la decisione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non sa leggerla, la subisce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Leggere gli algoritmi è la nuova alfabetizzazione civica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L'AI Act in pratica (per la scuola)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Piramide dei rischi: vietato / alto rischio / rischio limitato / minimo — pienamente applicabile dal 2 agosto 2026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Pratiche VIETATE che toccano la scuola: social scoring, riconoscimento delle emozioni in classe, scraping biometrico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RISCHIO (All. III — istruzione): sistemi che valutano studenti, decidono ammissioni, assegnano percorsi — obblighi stringenti per chi li usa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RISCHIO LIMITATO (i nostri usi): obblighi di trasparenza — sapere e dire che si interagisce con un'IA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4: alfabetizzazione IA del personale = obbligo del deployer. Con L. 132/2025 e DM 166/2025 chiude il quadro italiano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Messaggio per il curricolo: l'AI Act è esso stesso CONTENUTO di educazione civica — diritto vivente da portare in classe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Copilota o decisore?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come decisore (da evitare)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macchina decide, l'umano ratifica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bias: più il sistema funziona, meno lo controlliamo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Responsabilità che evapora: 'lo ha detto l'algoritmo'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scuola: valutazioni e giudizi delegati = illegittimo oltre che sbagliato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166360" cy="4480560"/>
          </a:xfrm>
          <a:prstGeom prst="roundRect">
            <a:avLst>
              <a:gd name="adj" fmla="val 1837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05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come copilota (DM 166/2025)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176272"/>
            <a:ext cx="47091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macchina propone, l'umano decide e risponde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BY DESIGN: il flusso si ferma per la revisione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Supervisione attiva: campionamenti, verifiche, log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responsabilità resta dove può essere esercitata: sulla persona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 human-centric AI is a competitive advantage» — EDPS, 2026. Non è un vincolo: è la posizione europea.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bussola filosofica del corso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Floridi — viviamo 'onlife' nell'infosfera: l'etica dell'IA è un problema di design, non un freno a valle (4 principi + spiegabilità)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Fabris — le tecnologie sono ambienti che ci trasformano: la domanda non è solo 'cosa fa la macchina' ma 'chi diventiamo noi con le macchine'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Benanti — l'algoretica: rendere i valori computabili, tradurli in guardrail dentro i sistemi (è ciò che farete con le policy delle UdA)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Panai — l'eticista dell'IA è ormai una professione: valutare, misurare, certificare — un mestiere che i vostri studenti potranno fare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il magistero: l'enciclica MAGNIFICA HUMANITAS (Leone XIV, 15 maggio 2026 — 135° anniversario esatto della Rerum Novarum): la custodia della persona umana nel tempo dell'IA. Scuola, famiglia e lavoro come luoghi decisivi; la scuola aiuta a 'costruire una coscienza' — funzione che nessuna tecnologia può sostituire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Dietro di lei: la nota Antiqua et Nova (2025 — l'IA è funzionalità, l'intelligenza umana è incarnata e relazionale) e il Rome Call for AI Ethics (2020, sei principi firmati anche da big tech e religioni)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Esercitazione — mani sulla tastiera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la mappa degli impatti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7315200" cy="4572000"/>
          </a:xfrm>
          <a:prstGeom prst="roundRect">
            <a:avLst>
              <a:gd name="adj" fmla="val 1800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828800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gruppi di 3-4 (stanze Meet): elencate i punti in cui un algoritmo tocca OGGI la vita dei vostri studenti (social, gaming, ricerche, acquisti, futuro lavoro)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2670048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00200" y="26243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ciascun punto: chi decide cosa? Con quali dati? Lo studente lo sa?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51560" y="3511296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46557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Classificate ogni caso con la piramide dell'AI Act: vietato / alto rischio / limitato / minimo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51560" y="4352544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430682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Scegliete IL caso più rilevante per la vostra scuola: sarà il candidato-tema della vostra UdA di Educazione Civica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51560" y="519379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193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514807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Restituzione: un caso per gruppo con la classificazione (10')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412480" y="1600200"/>
            <a:ext cx="3200400" cy="45720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41080" y="1764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pratica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641080" y="2130552"/>
            <a:ext cx="27432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minuti totali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 da 3-4 in stanze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E1 nei Materiali operativi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caso scelto semina la UdA del project work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34440" y="347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Ethic-AI 2 — Etica, Bias e Cittadinanza nell'era dell'IA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5669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Bussola internazionale 2026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6492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EDPS — Compass under the AI Act (2026): il Garante europeo ha mappato 100+ sistemi IA nelle istituzioni UE (GenAI dominante) — il modello di censimento che ogni organizzazione, scuola inclusa, dovrebbe imitare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— Transforming Higher Education (2026): approccio rigorosamente antropocentrico — educare ad «allocare attenzione e sforzo» nell'abbondanza algoritmica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Racc. UNESCO etica IA (2021, §104): «AI should support the learning process without reducing cognitive abilities» — il criterio con cui giudicare ogni uso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600200"/>
            <a:ext cx="3977640" cy="4480560"/>
          </a:xfrm>
          <a:prstGeom prst="roundRect">
            <a:avLst>
              <a:gd name="adj" fmla="val 2069"/>
            </a:avLst>
          </a:prstGeom>
          <a:solidFill>
            <a:srgbClr val="E9F1FB"/>
          </a:solidFill>
          <a:ln w="12700">
            <a:solidFill>
              <a:srgbClr val="E9F1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764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bussola del corso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863840" y="2130552"/>
            <a:ext cx="3520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incontro chiude con le sue ancore internazionali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corso attua indirizzi UNESCO/OCSE/UE convergenti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Etica dell'IA = agenda globale, non opinione locale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il prossimo incontro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Compilare il modulo dati partecipanti (indicatori PNRR — 5 minuti, in aula)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Portare giovedì: un caso di decisione algoritmica trovato sui media (articolo, video, post) — lo useremo su DigComp 3.0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Facoltativo: primi capitoli di O'Neil, 'Armi di distruzione matematica' (i casi si leggono come racconti)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non viene da Edu-GenAI 2: guida rapida all'ambiente protetto nel Drive del corso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937760"/>
            <a:ext cx="10515600" cy="1188720"/>
          </a:xfrm>
          <a:prstGeom prst="roundRect">
            <a:avLst>
              <a:gd name="adj" fmla="val 6923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Incontro 2 — giovedì 1 ottobre:  </a:t>
            </a:r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Cittadinanza democratica e DigComp 3.0: il nuovo quadro europeo, la sostenibilità del digitale e il benessere online.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Ethic-AI 2 — Incontro 1: Impatto sociale, algocrazia e AI Act</dc:title>
  <dc:subject>PptxGenJS Presentation</dc:subject>
  <dc:creator>Snodo formativo VOLTERRA AI-MASTER HUB</dc:creator>
  <cp:lastModifiedBy>Snodo formativo VOLTERRA AI-MASTER HUB</cp:lastModifiedBy>
  <cp:revision>1</cp:revision>
  <dcterms:created xsi:type="dcterms:W3CDTF">2026-07-29T05:54:39Z</dcterms:created>
  <dcterms:modified xsi:type="dcterms:W3CDTF">2026-07-29T05:54:39Z</dcterms:modified>
</cp:coreProperties>
</file>