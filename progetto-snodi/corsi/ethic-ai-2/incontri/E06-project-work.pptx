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L'incontro è dei corsisti. Oggi si chiudono i requisiti attestato e si apre la fase 'dal corso alla scuola'.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Stesso protocollo di Edu-GenAI 2: 7'+4'+2' col timer. Con ~15 corsisti: 8 live + gallery walk, deciso in base alle consegne effettive.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Timer visibile e rigido. Modellare personalmente il primo feedback: specifico, ancorato al canvas, generoso e onesto.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da lasciare proiettata durante le presentazioni: è la rubrica in forma di domande.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salto di scala è il messaggio finale: dal docente formato alla scuola che si governa. Gli strumenti nel pannello sono i riferimenti per DS e animatori digitali (schede negli annessi TVET).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 contenutistica: sei cose concrete. Giro di 'una cosa che mi porto via' in chat se il tempo regge: serve anche per la relazione finale dello Snodo.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Ricapitolazione dell'intera bussola in due righe + il ritorno del dato 62/30 come cerchio che si chiude. La battuta sulla DLW 2027 è un seme di ambizione per la comunità dello Snodo.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Gradimento in aula, verifica firme registro, ringraziare il tutor Simonetti. Segnalare al gruppo operativo l'elenco aventi diritto all'attestato.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VOLTERRA AI-MASTER HUB — Snodo formativo IA  •  PNRR M4C1 I2.1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Ethic-AI 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Etica, Bias e Cittadinanza nell'era dell'IA — 18 ore, docenti del secondo ciclo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3675888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6 — Project work e restituzione finale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lunedì 19 ottobre 2026  •  15:00–18:00  •  online su Google Meet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Formatrice: Prof.ssa Sabatini   •   Tutor: Prof. Simonetti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rotta di oggi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57276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5361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 oggi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protocollo, tempi, criteri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23113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Presentazioni — primo blocco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UdA con peer review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288950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852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attiva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walk sui canvas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92640" y="2852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54787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5112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Presentazioni — secondo blocco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UdA con peer review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640" y="3511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16:25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20624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16966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corso alla scuola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curricolo, laboratori, comunità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41696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17:20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86460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8280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Chiusura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attestati, gradimento, saluti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92640" y="4828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17:45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5577840"/>
            <a:ext cx="10607040" cy="1170432"/>
          </a:xfrm>
          <a:prstGeom prst="roundRect">
            <a:avLst>
              <a:gd name="adj" fmla="val 7031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7424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Regola d'oro del feedback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051560" y="6108192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ciò che funziona (caldo), poi una domanda o proposta concreta (freddo). Si parla del progetto, mai della persona.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protocollo di peer review (7' + 4' + 2')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Presentazione (7'): nucleo DM 183, compito autentico civico, dove l'IA è strumento e dove è oggetto, policy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Feedback (4'): con la rubrica — un 'caldo' e un 'freddo' (una domanda o proposta concreta)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Ripresa (2'): l'autore risponde e dichiara UNA modifica che farà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ascolta compila la griglia (scheda E6) — le griglie vanno all'autore a fine incontro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4 criteri sono quelli pubblicati all'incontro 4: coerenza nuclei-compito-valutazione, qualità civica, presidio critico dell'IA, fattibilità nelle 33 ore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Mentre ascoltate: cosa cercare in una UdA civica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compito autentico ha un destinatario civico reale (la scuola, le famiglie, il territorio) o è un esercizio travestito?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è presidiata nei DUE ruoli: dove è strumento (con quale policy) e dove è oggetto di analisi (con quale metodo)?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red-teaming/fact-checking previsto ha il protocollo completo (ipotesi, probe, controprova) o è una 'caccia all'errore'?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sta dentro le 33 ore reali e la co-titolarità del consiglio di classe?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feedback migliore cita il punto esatto del canvas, non un'impressione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corso alla scuola: cosa succede adesso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vostre UdA entrano nel repository dello Snodo: il curricolo di Ed. Civica digitale del territorio si costruisce così (Art. 4)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 sul campo (Tipologia B): il modulo Cyber-Safety &amp; Data Literacy è lo sbocco naturale di questo corso — 7 ore in presenza CON gli studenti, affiancati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ha fatto entrambi i corsi dello Snodo ha il quadro AILit completo: Engage e Shape (qui) + Create e Manage (Edu-GenAI 2)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proposta al collegio: portare il profilo d'uscita di cittadinanza digitale come proposta di curricolo verticale d'istituto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Prompt-libreria, protocolli (lettura laterale, red-teaming, trappole) e casi restano nel Drive condiviso: patrimonio comune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Strumenti d'istituto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Autovalutazione AI-readiness (UNESCO-TVET)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dei rischi IA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degli usi (modello EDPS)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singolo docente alla governance di scuola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vi portate via (in sei righe)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frame: copilota, non decisore — e la capacità di riconoscere quando un sistema decide troppo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linguaggio: DigComp 3.0 e AILit per progettare e certificare la cittadinanza digitale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metodo: lettura laterale e red-teaming con protocollo — il pensiero critico che si fa, non si predica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curricolo: la vostra UdA civica, dentro i tre nuclei del DM 183 e le 33 ore reali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postura: né entusiasmo cieco né cinismo — interrogare i sistemi con metodo e insegnare a farlo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comunità: lo Snodo, i protocolli condivisi, i colleghi di questo corso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Bussola internazionale 2026 — il quadro completo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Tappa 1: antropocentrismo (EDPS, UNESCO) · Tappa 2: i quadri (DigComp 3.0, AILit/PISA 2029) · Tappa 3: i diritti (UNESCO rights of learners)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Tappa 4: l'equità (GEM) e il curricolo (AILit) · Tappa 5: il metodo (OCSE, post-plagiarism) · Tappa 6: dal docente alla scuola (TVET, EDPS)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dato con cui siamo partiti e con cui chiudiamo: 62% dei giovani usa l'IA in contesti reali, solo il 30% ha ricevuto formazione — quel divario, da oggi, è un po' più vostro da colmare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Prossima chiamata: UNESCO Digital Learning Week 2027 — quest'anno l'avete seguita, l'anno prossimo potreste raccontarci dentro le vostre UdA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il prossimo incontro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Attestato: frequenza ≥ 70% (13 ore) + UdA consegnata — verifica requisiti entro mercoledì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di gradimento (10 minuti, ORA): serve anche per il monitoraggio PNRR dello Snodo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Caricare la versione finale della UdA nel repository entro il 26 ottobre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 ai laboratori sul campo (modulo Cyber-Safety) su Scuola Futura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93776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93776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Grazie.  </a:t>
            </a:r>
            <a:pPr indent="0" marL="0">
              <a:buNone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questo corso lo Snodo completa la coppia Tipologia A per il secondo ciclo. Ora la formazione va in classe: ci vediamo nei laboratori, con gli studenti.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Ethic-AI 2 — Incontro 6: Project work e restituzione finale</dc:title>
  <dc:subject>PptxGenJS Presentation</dc:subject>
  <dc:creator>Snodo formativo VOLTERRA AI-MASTER HUB</dc:creator>
  <cp:lastModifiedBy>Snodo formativo VOLTERRA AI-MASTER HUB</cp:lastModifiedBy>
  <cp:revision>1</cp:revision>
  <dcterms:created xsi:type="dcterms:W3CDTF">2026-07-29T05:54:40Z</dcterms:created>
  <dcterms:modified xsi:type="dcterms:W3CDTF">2026-07-29T05:54:40Z</dcterms:modified>
</cp:coreProperties>
</file>